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0" r:id="rId5"/>
    <p:sldMasterId id="2147483663" r:id="rId6"/>
    <p:sldMasterId id="2147483673" r:id="rId7"/>
    <p:sldMasterId id="2147483675" r:id="rId8"/>
  </p:sldMasterIdLst>
  <p:sldIdLst>
    <p:sldId id="256" r:id="rId9"/>
    <p:sldId id="257" r:id="rId10"/>
    <p:sldId id="258" r:id="rId11"/>
    <p:sldId id="293" r:id="rId12"/>
    <p:sldId id="259" r:id="rId13"/>
    <p:sldId id="260" r:id="rId14"/>
    <p:sldId id="261" r:id="rId15"/>
    <p:sldId id="265" r:id="rId16"/>
    <p:sldId id="262" r:id="rId17"/>
    <p:sldId id="263" r:id="rId18"/>
    <p:sldId id="264" r:id="rId19"/>
    <p:sldId id="294" r:id="rId20"/>
    <p:sldId id="296" r:id="rId21"/>
    <p:sldId id="292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95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</p:sldIdLst>
  <p:sldSz cx="12192000" cy="6858000"/>
  <p:notesSz cx="6858000" cy="9144000"/>
  <p:defaultTextStyle>
    <a:defPPr>
      <a:defRPr lang="lt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9E"/>
    <a:srgbClr val="A47D00"/>
    <a:srgbClr val="114954"/>
    <a:srgbClr val="007635"/>
    <a:srgbClr val="960000"/>
    <a:srgbClr val="004A82"/>
    <a:srgbClr val="2BD4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8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50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8" Type="http://schemas.openxmlformats.org/officeDocument/2006/relationships/slideMaster" Target="slideMasters/slideMaster5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040383C9-3705-BB1B-C168-CD29B9DBA76E}"/>
              </a:ext>
            </a:extLst>
          </p:cNvPr>
          <p:cNvSpPr txBox="1">
            <a:spLocks/>
          </p:cNvSpPr>
          <p:nvPr userDrawn="1"/>
        </p:nvSpPr>
        <p:spPr>
          <a:xfrm rot="-10800000" flipV="1">
            <a:off x="530407" y="3042138"/>
            <a:ext cx="6775392" cy="290292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lt-LT" sz="4400" b="1" dirty="0">
                <a:solidFill>
                  <a:schemeClr val="bg1"/>
                </a:solidFill>
                <a:latin typeface="Eina01-Regular" panose="02000000000000000000" pitchFamily="2" charset="0"/>
              </a:rPr>
              <a:t>VILNIAUS TECHNOLOGIJŲ</a:t>
            </a:r>
            <a:br>
              <a:rPr lang="lt-LT" sz="4400" b="1" dirty="0">
                <a:solidFill>
                  <a:schemeClr val="bg1"/>
                </a:solidFill>
                <a:latin typeface="Eina01-Regular" panose="02000000000000000000" pitchFamily="2" charset="0"/>
              </a:rPr>
            </a:br>
            <a:r>
              <a:rPr lang="lt-LT" sz="4400" b="1" dirty="0">
                <a:solidFill>
                  <a:schemeClr val="bg1"/>
                </a:solidFill>
                <a:latin typeface="Eina01-Regular" panose="02000000000000000000" pitchFamily="2" charset="0"/>
              </a:rPr>
              <a:t>IR INŽINERIJOS</a:t>
            </a:r>
            <a:br>
              <a:rPr lang="lt-LT" sz="4400" b="1" dirty="0">
                <a:solidFill>
                  <a:schemeClr val="bg1"/>
                </a:solidFill>
                <a:latin typeface="Eina01-Regular" panose="02000000000000000000" pitchFamily="2" charset="0"/>
              </a:rPr>
            </a:br>
            <a:r>
              <a:rPr lang="lt-LT" sz="4400" b="1" dirty="0">
                <a:solidFill>
                  <a:schemeClr val="bg1"/>
                </a:solidFill>
                <a:latin typeface="Eina01-Regular" panose="02000000000000000000" pitchFamily="2" charset="0"/>
              </a:rPr>
              <a:t>MOKYMO CENTRAS</a:t>
            </a:r>
          </a:p>
        </p:txBody>
      </p:sp>
    </p:spTree>
    <p:extLst>
      <p:ext uri="{BB962C8B-B14F-4D97-AF65-F5344CB8AC3E}">
        <p14:creationId xmlns:p14="http://schemas.microsoft.com/office/powerpoint/2010/main" val="1861895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5DE52-0633-3F68-8D6F-E24B666B8F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00348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Eina01-Regular" panose="02000000000000000000" pitchFamily="2" charset="0"/>
              </a:defRPr>
            </a:lvl1pPr>
          </a:lstStyle>
          <a:p>
            <a:r>
              <a:rPr lang="lt-LT" dirty="0"/>
              <a:t>CLICK </a:t>
            </a:r>
            <a:r>
              <a:rPr lang="en-US" dirty="0"/>
              <a:t>TO EDIT MASTER TITLE STYLE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349649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E926C70-C024-26BF-57E4-52E531B5F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811" y="195759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Clr>
                <a:schemeClr val="tx1"/>
              </a:buClr>
              <a:buSzPct val="80000"/>
              <a:buFont typeface="Wingdings 2" panose="05020102010507070707" pitchFamily="18" charset="2"/>
              <a:buChar char="£"/>
              <a:defRPr sz="2000" b="1">
                <a:latin typeface="Eina01-Regular" panose="02000000000000000000" pitchFamily="2" charset="0"/>
              </a:defRPr>
            </a:lvl1pPr>
            <a:lvl2pPr marL="742950" indent="-285750">
              <a:buClr>
                <a:schemeClr val="tx1"/>
              </a:buClr>
              <a:buSzPct val="80000"/>
              <a:buFont typeface="Wingdings 2" panose="05020102010507070707" pitchFamily="18" charset="2"/>
              <a:buChar char="£"/>
              <a:defRPr sz="2000" b="1">
                <a:latin typeface="Eina01-Regular" panose="02000000000000000000" pitchFamily="2" charset="0"/>
              </a:defRPr>
            </a:lvl2pPr>
            <a:lvl3pPr marL="1200150" indent="-285750">
              <a:buClr>
                <a:schemeClr val="tx1"/>
              </a:buClr>
              <a:buSzPct val="80000"/>
              <a:buFont typeface="Wingdings 2" panose="05020102010507070707" pitchFamily="18" charset="2"/>
              <a:buChar char="£"/>
              <a:defRPr sz="2000" b="1">
                <a:latin typeface="Eina01-Regular" panose="02000000000000000000" pitchFamily="2" charset="0"/>
              </a:defRPr>
            </a:lvl3pPr>
            <a:lvl4pPr marL="1657350" indent="-285750">
              <a:buClr>
                <a:schemeClr val="tx1"/>
              </a:buClr>
              <a:buSzPct val="80000"/>
              <a:buFont typeface="Wingdings 2" panose="05020102010507070707" pitchFamily="18" charset="2"/>
              <a:buChar char="£"/>
              <a:defRPr sz="2000" b="1">
                <a:latin typeface="Eina01-Regular" panose="02000000000000000000" pitchFamily="2" charset="0"/>
              </a:defRPr>
            </a:lvl4pPr>
            <a:lvl5pPr marL="2114550" indent="-285750">
              <a:buClr>
                <a:schemeClr val="tx1"/>
              </a:buClr>
              <a:buSzPct val="80000"/>
              <a:buFont typeface="Wingdings 2" panose="05020102010507070707" pitchFamily="18" charset="2"/>
              <a:buChar char="£"/>
              <a:defRPr sz="2000" b="1">
                <a:latin typeface="Eina01-Regular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t-LT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AC481B84-453F-F171-7E4E-B2E3F3E83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4005008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1AD14-05C9-E627-7B4F-F62EB86D1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lt-L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CEE6B-460C-32A9-3CBC-83D4697039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t-LT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FCF5E4-71B7-ED9F-AC62-2A6B75DB0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2938135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98A5E-4CD8-6EC1-58EA-DC63DCECF1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lt-L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7C474-E807-9E46-7973-03E20FD81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A18428-C8BB-438D-DBB2-C2B9E6794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t-L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A6D7E9-6750-295B-31B2-2E889B3E33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F17958-FF98-DA07-3704-59731D8C11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1020141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9732C-37E8-27C4-3D0B-546C0BEB40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500"/>
            </a:lvl1pPr>
          </a:lstStyle>
          <a:p>
            <a:r>
              <a:rPr lang="en-US" dirty="0"/>
              <a:t>CLICK TO EDIT MASTER TITLE STYLE</a:t>
            </a:r>
            <a:endParaRPr lang="lt-L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C1705-3077-6759-D90A-96DEFDAA0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t-L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FCFB14-6CBB-B7FC-618C-36D5726480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65522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44872-60EE-F361-5F4A-D0C7810F24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500"/>
            </a:lvl1pPr>
          </a:lstStyle>
          <a:p>
            <a:r>
              <a:rPr lang="en-US" dirty="0"/>
              <a:t>CLICK TO EDIT MASTER TITLE STYLE</a:t>
            </a:r>
            <a:endParaRPr lang="lt-LT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B6A79C-E6ED-B744-DC96-940C0E8FDB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t-L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1491D-91FA-15D5-4254-9A2BA0158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2533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8DDD2-1C2C-EA7A-9551-3B77EACA84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lt-L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9B09A-C236-D3DB-F1F0-DFCF723E2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506066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41F75-021E-C57A-C810-F7ECCAB37B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lt-L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13DE5-0951-328F-04AD-FD6BBDE83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t-LT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E5AE8-0C0E-7FE6-A3C8-5E5A0BCE9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3387673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90C73-D129-3FD2-DCC5-F4FAA308F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lt-L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3E2D8-2801-329D-9FFC-840998AA6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4FB9A-9D77-4C26-8BB9-27C8243A14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t-L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6AF4E6-35F5-162D-3AA5-CA1912E0A3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728DE-1732-5C03-4D6A-85F81D6171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2323360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B692-EFAE-B2B3-4BCF-BE39DA43D8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500"/>
            </a:lvl1pPr>
          </a:lstStyle>
          <a:p>
            <a:r>
              <a:rPr lang="en-US" dirty="0"/>
              <a:t>CLICK TO EDIT MASTER TITLE STYLE</a:t>
            </a:r>
            <a:endParaRPr lang="lt-L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E2161-94DA-BE1C-CD90-CD7EFB14E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t-L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7E90B-35E4-C445-FF42-EC585D4E50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6627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0E490-D8BA-38FE-23CB-E709D74EE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500"/>
            </a:lvl1pPr>
          </a:lstStyle>
          <a:p>
            <a:r>
              <a:rPr lang="en-US" dirty="0"/>
              <a:t>CLICK TO EDIT MASTER TITLE STYLE</a:t>
            </a:r>
            <a:endParaRPr lang="lt-LT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43A879-AB5D-C363-D2E4-F841AFDD4E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t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B9AB11-8C5D-AFF4-9313-A2566DE14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24365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2BD4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6760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436868" y="2760028"/>
            <a:ext cx="44907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5643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67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90696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5434" y="357716"/>
            <a:ext cx="9928860" cy="902876"/>
          </a:xfrm>
        </p:spPr>
        <p:txBody>
          <a:bodyPr lIns="0" tIns="0" rIns="0" bIns="0"/>
          <a:lstStyle>
            <a:lvl1pPr>
              <a:defRPr sz="5867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0209" y="1634573"/>
            <a:ext cx="4920827" cy="564322"/>
          </a:xfrm>
        </p:spPr>
        <p:txBody>
          <a:bodyPr lIns="0" tIns="0" rIns="0" bIns="0"/>
          <a:lstStyle>
            <a:lvl1pPr>
              <a:defRPr sz="3667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47428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5434" y="357716"/>
            <a:ext cx="9928860" cy="902876"/>
          </a:xfrm>
        </p:spPr>
        <p:txBody>
          <a:bodyPr lIns="0" tIns="0" rIns="0" bIns="0"/>
          <a:lstStyle>
            <a:lvl1pPr>
              <a:defRPr sz="5867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10210" y="1571073"/>
            <a:ext cx="4815839" cy="533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67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231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1726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5434" y="357716"/>
            <a:ext cx="9928860" cy="902876"/>
          </a:xfrm>
        </p:spPr>
        <p:txBody>
          <a:bodyPr lIns="0" tIns="0" rIns="0" bIns="0"/>
          <a:lstStyle>
            <a:lvl1pPr>
              <a:defRPr sz="5867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35108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2775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8.svg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7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8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7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sv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11.jp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4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3B67EE2-B85F-41F1-0238-EBFF1A8B26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8512" y="0"/>
            <a:ext cx="6643488" cy="333427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C1B7B73-2ACB-98E4-5365-70C3DD6CD28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26991" y="910732"/>
            <a:ext cx="3757238" cy="56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125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BD4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BD9FC2-0277-CB62-28D4-6911A153B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lt-LT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42D5A60-6DDC-6C93-EE43-56B32AC19A5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32705" y="0"/>
            <a:ext cx="1059295" cy="426125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B2AA3DD-358F-CCC3-458F-9A31FC6ED048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32705" y="6064813"/>
            <a:ext cx="750384" cy="44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717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55" r:id="rId3"/>
    <p:sldLayoutId id="2147483658" r:id="rId4"/>
    <p:sldLayoutId id="214748365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500" b="1" kern="1200">
          <a:solidFill>
            <a:schemeClr val="tx1"/>
          </a:solidFill>
          <a:latin typeface="Eina01-Regular" panose="02000000000000000000" pitchFamily="2" charset="0"/>
          <a:ea typeface="+mj-ea"/>
          <a:cs typeface="+mj-cs"/>
        </a:defRPr>
      </a:lvl1pPr>
    </p:titleStyle>
    <p:bodyStyle>
      <a:lvl1pPr marL="228600" indent="-3600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Wingdings 2" panose="05020102010507070707" pitchFamily="18" charset="2"/>
        <a:buChar char=""/>
        <a:defRPr sz="2800" b="1" kern="1200">
          <a:solidFill>
            <a:schemeClr val="tx1"/>
          </a:solidFill>
          <a:latin typeface="Eina01-Regular" panose="02000000000000000000" pitchFamily="2" charset="0"/>
          <a:ea typeface="+mn-ea"/>
          <a:cs typeface="+mn-cs"/>
        </a:defRPr>
      </a:lvl1pPr>
      <a:lvl2pPr marL="685800" indent="-3600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 2" panose="05020102010507070707" pitchFamily="18" charset="2"/>
        <a:buChar char=""/>
        <a:defRPr sz="2400" b="1" kern="1200">
          <a:solidFill>
            <a:schemeClr val="tx1"/>
          </a:solidFill>
          <a:latin typeface="Eina01-Regular" panose="02000000000000000000" pitchFamily="2" charset="0"/>
          <a:ea typeface="+mn-ea"/>
          <a:cs typeface="+mn-cs"/>
        </a:defRPr>
      </a:lvl2pPr>
      <a:lvl3pPr marL="1143000" indent="-3600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 2" panose="05020102010507070707" pitchFamily="18" charset="2"/>
        <a:buChar char=""/>
        <a:defRPr sz="2000" b="1" kern="1200">
          <a:solidFill>
            <a:schemeClr val="tx1"/>
          </a:solidFill>
          <a:latin typeface="Eina01-Regular" panose="02000000000000000000" pitchFamily="2" charset="0"/>
          <a:ea typeface="+mn-ea"/>
          <a:cs typeface="+mn-cs"/>
        </a:defRPr>
      </a:lvl3pPr>
      <a:lvl4pPr marL="1600200" indent="-3600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 2" panose="05020102010507070707" pitchFamily="18" charset="2"/>
        <a:buChar char=""/>
        <a:defRPr sz="1800" b="1" kern="1200">
          <a:solidFill>
            <a:schemeClr val="tx1"/>
          </a:solidFill>
          <a:latin typeface="Eina01-Regular" panose="02000000000000000000" pitchFamily="2" charset="0"/>
          <a:ea typeface="+mn-ea"/>
          <a:cs typeface="+mn-cs"/>
        </a:defRPr>
      </a:lvl4pPr>
      <a:lvl5pPr marL="2057400" indent="-3600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 2" panose="05020102010507070707" pitchFamily="18" charset="2"/>
        <a:buChar char=""/>
        <a:defRPr sz="1800" b="1" kern="1200">
          <a:solidFill>
            <a:schemeClr val="tx1"/>
          </a:solidFill>
          <a:latin typeface="Eina01-Regular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C001C-3D0D-65D7-5672-72E14A32B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lt-L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613F6-03F9-1883-3533-998D223C7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t-LT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991568C-8D98-7FF0-9A3A-D1C114EE40E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32705" y="0"/>
            <a:ext cx="1059295" cy="426125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B00DA88-A709-FB12-2B4E-FBEFBCE1C98B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32705" y="6064813"/>
            <a:ext cx="750384" cy="44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416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7" r:id="rId2"/>
    <p:sldLayoutId id="2147483668" r:id="rId3"/>
    <p:sldLayoutId id="2147483671" r:id="rId4"/>
    <p:sldLayoutId id="214748367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500" b="1" kern="1200">
          <a:solidFill>
            <a:srgbClr val="114954"/>
          </a:solidFill>
          <a:latin typeface="Eina01-Regular" panose="02000000000000000000" pitchFamily="2" charset="0"/>
          <a:ea typeface="+mj-ea"/>
          <a:cs typeface="+mj-cs"/>
        </a:defRPr>
      </a:lvl1pPr>
    </p:titleStyle>
    <p:bodyStyle>
      <a:lvl1pPr marL="400050" indent="-28575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SzPct val="80000"/>
        <a:buFont typeface="Wingdings 2" panose="05020102010507070707" pitchFamily="18" charset="2"/>
        <a:buChar char="£"/>
        <a:defRPr lang="en-US" sz="2000" b="1" kern="1200" dirty="0" smtClean="0">
          <a:solidFill>
            <a:srgbClr val="114954"/>
          </a:solidFill>
          <a:latin typeface="Eina01-Regular" panose="02000000000000000000" pitchFamily="2" charset="0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SzPct val="80000"/>
        <a:buFont typeface="Wingdings 2" panose="05020102010507070707" pitchFamily="18" charset="2"/>
        <a:buChar char="£"/>
        <a:defRPr lang="en-US" sz="1800" b="1" kern="1200" dirty="0" smtClean="0">
          <a:solidFill>
            <a:srgbClr val="114954"/>
          </a:solidFill>
          <a:latin typeface="Eina01-Regular" panose="02000000000000000000" pitchFamily="2" charset="0"/>
          <a:ea typeface="+mn-ea"/>
          <a:cs typeface="+mn-cs"/>
        </a:defRPr>
      </a:lvl2pPr>
      <a:lvl3pPr marL="12001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SzPct val="80000"/>
        <a:buFont typeface="Wingdings 2" panose="05020102010507070707" pitchFamily="18" charset="2"/>
        <a:buChar char="£"/>
        <a:defRPr lang="en-US" sz="1600" b="1" kern="1200" dirty="0" smtClean="0">
          <a:solidFill>
            <a:srgbClr val="114954"/>
          </a:solidFill>
          <a:latin typeface="Eina01-Regular" panose="02000000000000000000" pitchFamily="2" charset="0"/>
          <a:ea typeface="+mn-ea"/>
          <a:cs typeface="+mn-cs"/>
        </a:defRPr>
      </a:lvl3pPr>
      <a:lvl4pPr marL="160020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SzPct val="80000"/>
        <a:buFont typeface="Wingdings 2" panose="05020102010507070707" pitchFamily="18" charset="2"/>
        <a:buChar char="£"/>
        <a:defRPr lang="en-US" sz="1400" b="1" kern="1200" dirty="0" smtClean="0">
          <a:solidFill>
            <a:srgbClr val="114954"/>
          </a:solidFill>
          <a:latin typeface="Eina01-Regular" panose="02000000000000000000" pitchFamily="2" charset="0"/>
          <a:ea typeface="+mn-ea"/>
          <a:cs typeface="+mn-cs"/>
        </a:defRPr>
      </a:lvl4pPr>
      <a:lvl5pPr marL="205740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SzPct val="80000"/>
        <a:buFont typeface="Wingdings 2" panose="05020102010507070707" pitchFamily="18" charset="2"/>
        <a:buChar char="£"/>
        <a:defRPr lang="lt-LT" sz="1200" b="1" kern="1200" dirty="0">
          <a:solidFill>
            <a:srgbClr val="114954"/>
          </a:solidFill>
          <a:latin typeface="Eina01-Regular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BD4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DE30D86-5809-6D55-1C17-E3CF09C33904}"/>
              </a:ext>
            </a:extLst>
          </p:cNvPr>
          <p:cNvSpPr txBox="1">
            <a:spLocks/>
          </p:cNvSpPr>
          <p:nvPr userDrawn="1"/>
        </p:nvSpPr>
        <p:spPr>
          <a:xfrm>
            <a:off x="838200" y="2682399"/>
            <a:ext cx="2843527" cy="123737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lt-LT" sz="2000" b="1" i="0" dirty="0">
                <a:solidFill>
                  <a:srgbClr val="114954"/>
                </a:solidFill>
                <a:effectLst/>
                <a:latin typeface="Eina01-Regular" panose="02000000000000000000" pitchFamily="2" charset="0"/>
              </a:rPr>
              <a:t>Vilniaus technologijų ir inžinerijos mokymo centras</a:t>
            </a:r>
            <a:br>
              <a:rPr lang="lt-LT" sz="2000" dirty="0">
                <a:solidFill>
                  <a:srgbClr val="114954"/>
                </a:solidFill>
                <a:latin typeface="Eina01-Regular" panose="02000000000000000000" pitchFamily="2" charset="0"/>
              </a:rPr>
            </a:br>
            <a:endParaRPr lang="lt-LT" sz="2000" dirty="0">
              <a:solidFill>
                <a:srgbClr val="114954"/>
              </a:solidFill>
              <a:latin typeface="Eina01-Regular" panose="02000000000000000000" pitchFamily="2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A5E4844-0AB4-E697-6CB5-545B1C53F5C0}"/>
              </a:ext>
            </a:extLst>
          </p:cNvPr>
          <p:cNvSpPr txBox="1">
            <a:spLocks/>
          </p:cNvSpPr>
          <p:nvPr userDrawn="1"/>
        </p:nvSpPr>
        <p:spPr>
          <a:xfrm>
            <a:off x="6695328" y="2699483"/>
            <a:ext cx="4855779" cy="123737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s-ES" sz="1800" b="1" i="0" dirty="0" err="1">
                <a:solidFill>
                  <a:srgbClr val="114954"/>
                </a:solidFill>
                <a:effectLst/>
                <a:latin typeface="Eina01-Regular"/>
              </a:rPr>
              <a:t>Trinapolio</a:t>
            </a:r>
            <a:r>
              <a:rPr lang="es-ES" sz="1800" b="1" i="0" dirty="0">
                <a:solidFill>
                  <a:srgbClr val="114954"/>
                </a:solidFill>
                <a:effectLst/>
                <a:latin typeface="Eina01-Regular"/>
              </a:rPr>
              <a:t> g. 2, LT-08313, </a:t>
            </a:r>
            <a:r>
              <a:rPr lang="es-ES" sz="1800" b="1" i="0" dirty="0" err="1">
                <a:solidFill>
                  <a:srgbClr val="114954"/>
                </a:solidFill>
                <a:effectLst/>
                <a:latin typeface="Eina01-Regular"/>
              </a:rPr>
              <a:t>Vilnius</a:t>
            </a:r>
            <a:br>
              <a:rPr lang="es-ES" sz="1800" b="1" dirty="0">
                <a:latin typeface="Eina01-Regular" panose="02000000000000000000" pitchFamily="2" charset="0"/>
              </a:rPr>
            </a:br>
            <a:r>
              <a:rPr lang="es-ES" sz="1800" b="1" i="0" dirty="0">
                <a:solidFill>
                  <a:srgbClr val="114954"/>
                </a:solidFill>
                <a:effectLst/>
                <a:latin typeface="Eina01-Regular"/>
              </a:rPr>
              <a:t>El. p. info@techin.lt</a:t>
            </a:r>
            <a:br>
              <a:rPr lang="es-ES" sz="1800" b="1" dirty="0">
                <a:latin typeface="Eina01-Regular" panose="02000000000000000000" pitchFamily="2" charset="0"/>
              </a:rPr>
            </a:br>
            <a:r>
              <a:rPr lang="es-ES" sz="1800" b="1" i="0" dirty="0">
                <a:solidFill>
                  <a:srgbClr val="114954"/>
                </a:solidFill>
                <a:effectLst/>
                <a:latin typeface="Eina01-Regular"/>
              </a:rPr>
              <a:t>Tel. (8 5) 269 7455</a:t>
            </a:r>
            <a:r>
              <a:rPr lang="es-ES" sz="1800" b="1" dirty="0">
                <a:solidFill>
                  <a:srgbClr val="114954"/>
                </a:solidFill>
                <a:latin typeface="Eina01-Regular"/>
              </a:rPr>
              <a:t>, 8 656 68 784</a:t>
            </a:r>
            <a:endParaRPr lang="lt-LT" sz="1800" b="1" dirty="0">
              <a:solidFill>
                <a:srgbClr val="114954"/>
              </a:solidFill>
              <a:latin typeface="Eina01-Regular" panose="02000000000000000000" pitchFamily="2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E07BE0F-DB14-9EAE-08E7-4AB13739D7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0328" y="5491912"/>
            <a:ext cx="3717377" cy="68175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79DC60E5-1403-9678-E718-47E1639434E2}"/>
              </a:ext>
            </a:extLst>
          </p:cNvPr>
          <p:cNvSpPr txBox="1">
            <a:spLocks/>
          </p:cNvSpPr>
          <p:nvPr userDrawn="1"/>
        </p:nvSpPr>
        <p:spPr>
          <a:xfrm>
            <a:off x="878728" y="793186"/>
            <a:ext cx="4855779" cy="165236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114954"/>
                </a:solidFill>
                <a:latin typeface="Eina01-Regular"/>
              </a:rPr>
              <a:t>KONTAKTAI</a:t>
            </a:r>
            <a:endParaRPr lang="lt-LT" b="1" dirty="0">
              <a:solidFill>
                <a:srgbClr val="114954"/>
              </a:solidFill>
              <a:latin typeface="Eina01-Regular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616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300" b="1" kern="1200">
          <a:solidFill>
            <a:srgbClr val="114954"/>
          </a:solidFill>
          <a:latin typeface="Eina01-Regular" panose="02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5434" y="357716"/>
            <a:ext cx="9928860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0209" y="1634573"/>
            <a:ext cx="4920827" cy="4231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1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4535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Ji1nTB_OJqoEIMa_GEbjKAfbiEUpOeVp?usp=sharing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ozilladevelopers.github.io/playground/css-grid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ozilladevelopers.github.io/playground/css-grid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learncssgrid.com/" TargetMode="Externa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CSS/CSS_Grid_Layout/Basic_Concepts_of_Grid_Layout#The_fr_Unit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mozilladevelopers.github.io/playground/css-grid/08-template-areas" TargetMode="External"/><Relationship Id="rId2" Type="http://schemas.openxmlformats.org/officeDocument/2006/relationships/hyperlink" Target="https://mozilladevelopers.github.io/playground/css-grid/06-position-items" TargetMode="Externa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pen.io/SaraSoueidan/pen/JrLdBQ" TargetMode="External"/><Relationship Id="rId2" Type="http://schemas.openxmlformats.org/officeDocument/2006/relationships/hyperlink" Target="https://www.youtube.com/watch?v=HOUMF5qMAbA" TargetMode="Externa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pen.io/optimisticweb/full/MWNEqOK" TargetMode="External"/><Relationship Id="rId2" Type="http://schemas.openxmlformats.org/officeDocument/2006/relationships/hyperlink" Target="https://www.youtube.com/watch?v=HOUMF5qMAbA" TargetMode="Externa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1.jpg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pen.io/rachelandrew/pen/LNMQzM" TargetMode="External"/><Relationship Id="rId2" Type="http://schemas.openxmlformats.org/officeDocument/2006/relationships/hyperlink" Target="https://codepen.io/rachelandrew/pen/NNeyar" TargetMode="External"/><Relationship Id="rId1" Type="http://schemas.openxmlformats.org/officeDocument/2006/relationships/slideLayout" Target="../slideLayouts/slideLayout15.xml"/><Relationship Id="rId5" Type="http://schemas.openxmlformats.org/officeDocument/2006/relationships/hyperlink" Target="https://codepen.io/drralte/pen/NWxyezz" TargetMode="External"/><Relationship Id="rId4" Type="http://schemas.openxmlformats.org/officeDocument/2006/relationships/hyperlink" Target="https://codepen.io/rachelandrew/pen/PNXLNb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pen.io/rachelandrew/pen/qZgWGv" TargetMode="External"/><Relationship Id="rId2" Type="http://schemas.openxmlformats.org/officeDocument/2006/relationships/hyperlink" Target="https://codepen.io/rachelandrew/pen/jqdNoL" TargetMode="Externa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cssgridgarden.com/#lt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OvGeFUHAC0&amp;list=PLgjjGlfBflIRqdK2IsnQfijfKLHbBTBnu&amp;index=20" TargetMode="External"/><Relationship Id="rId2" Type="http://schemas.openxmlformats.org/officeDocument/2006/relationships/hyperlink" Target="https://www.youtube.com/watch?v=lLnFtK1LNu4&amp;list=PLgjjGlfBflIRqdK2IsnQfijfKLHbBTBnu&amp;index=19" TargetMode="Externa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cssgrid-generator.netlify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2956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3500348"/>
            <a:ext cx="10515600" cy="1392754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6933">
              <a:spcBef>
                <a:spcPts val="900"/>
              </a:spcBef>
            </a:pPr>
            <a:r>
              <a:rPr dirty="0"/>
              <a:t>0</a:t>
            </a:r>
            <a:r>
              <a:rPr lang="lt-LT" dirty="0"/>
              <a:t>8</a:t>
            </a:r>
            <a:r>
              <a:rPr dirty="0"/>
              <a:t>.</a:t>
            </a:r>
            <a:r>
              <a:rPr spc="-87" dirty="0"/>
              <a:t> </a:t>
            </a:r>
            <a:r>
              <a:rPr dirty="0"/>
              <a:t>CSS</a:t>
            </a:r>
            <a:r>
              <a:rPr spc="-73" dirty="0"/>
              <a:t> </a:t>
            </a:r>
            <a:r>
              <a:rPr spc="-27" dirty="0"/>
              <a:t>GRID</a:t>
            </a:r>
          </a:p>
          <a:p>
            <a:pPr marL="483435">
              <a:spcBef>
                <a:spcPts val="579"/>
              </a:spcBef>
            </a:pPr>
            <a:r>
              <a:rPr sz="4267" dirty="0">
                <a:solidFill>
                  <a:srgbClr val="878787"/>
                </a:solidFill>
              </a:rPr>
              <a:t>Edgaras</a:t>
            </a:r>
            <a:r>
              <a:rPr sz="4267" spc="-107" dirty="0">
                <a:solidFill>
                  <a:srgbClr val="878787"/>
                </a:solidFill>
              </a:rPr>
              <a:t> </a:t>
            </a:r>
            <a:r>
              <a:rPr sz="4267" spc="-13" dirty="0">
                <a:solidFill>
                  <a:srgbClr val="878787"/>
                </a:solidFill>
              </a:rPr>
              <a:t>Laptevas</a:t>
            </a:r>
            <a:endParaRPr sz="426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10DB9E2-2251-4C9A-9624-2DEA18AE1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lt-L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08.</a:t>
            </a:r>
            <a:r>
              <a:rPr lang="lt-LT" sz="3200" spc="-8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lt-L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CSS.</a:t>
            </a:r>
            <a:r>
              <a:rPr lang="lt-LT" sz="3200" spc="-7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lt-LT" sz="32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Turinys</a:t>
            </a:r>
            <a:endParaRPr lang="lt-LT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2ACCA5-3216-439D-AAB8-48ACCEBAE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74121" indent="-457189" defTabSz="1219170">
              <a:spcBef>
                <a:spcPts val="1833"/>
              </a:spcBef>
              <a:buClr>
                <a:srgbClr val="000000"/>
              </a:buClr>
              <a:buFont typeface="Arial"/>
              <a:buChar char="•"/>
              <a:tabLst>
                <a:tab pos="474121" algn="l"/>
              </a:tabLst>
            </a:pPr>
            <a:r>
              <a:rPr lang="lt-L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Elementų grupavimas</a:t>
            </a:r>
            <a:endParaRPr lang="lt-LT" sz="3200" u="sng" kern="0" dirty="0">
              <a:solidFill>
                <a:srgbClr val="6DAC1C"/>
              </a:solidFill>
              <a:uFill>
                <a:solidFill>
                  <a:srgbClr val="6DAC1C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  <a:hlinkClick r:id="rId2"/>
            </a:endParaRPr>
          </a:p>
          <a:p>
            <a:pPr marL="474121" indent="-457189" defTabSz="1219170">
              <a:spcBef>
                <a:spcPts val="1833"/>
              </a:spcBef>
              <a:buClr>
                <a:srgbClr val="000000"/>
              </a:buClr>
              <a:buFont typeface="Arial"/>
              <a:buChar char="•"/>
              <a:tabLst>
                <a:tab pos="474121" algn="l"/>
              </a:tabLst>
            </a:pPr>
            <a:r>
              <a:rPr lang="lt-LT" sz="3200" u="sng" kern="0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Pavyzdžiai</a:t>
            </a:r>
            <a:r>
              <a:rPr lang="lt-LT" sz="3200" kern="0" spc="207" dirty="0">
                <a:solidFill>
                  <a:srgbClr val="6DA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lt-LT" sz="3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(mokinių</a:t>
            </a:r>
            <a:r>
              <a:rPr lang="lt-LT" sz="3200" kern="0" spc="18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lt-LT" sz="3200" kern="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darbai)</a:t>
            </a:r>
            <a:endParaRPr lang="lt-LT" sz="3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74121" indent="-457189" defTabSz="1219170">
              <a:spcBef>
                <a:spcPts val="1713"/>
              </a:spcBef>
              <a:buFont typeface="Arial"/>
              <a:buChar char="•"/>
              <a:tabLst>
                <a:tab pos="474121" algn="l"/>
              </a:tabLst>
            </a:pPr>
            <a:r>
              <a:rPr lang="lt-LT" sz="3200" kern="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Terminologija</a:t>
            </a:r>
            <a:endParaRPr lang="lt-LT" sz="3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74121" indent="-457189" defTabSz="1219170">
              <a:spcBef>
                <a:spcPts val="1713"/>
              </a:spcBef>
              <a:buFont typeface="Arial"/>
              <a:buChar char="•"/>
              <a:tabLst>
                <a:tab pos="474121" algn="l"/>
              </a:tabLst>
            </a:pPr>
            <a:r>
              <a:rPr lang="lt-LT" sz="3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lt-LT" sz="3200" kern="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lt-LT" sz="3200" kern="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parametrai</a:t>
            </a:r>
            <a:endParaRPr lang="lt-LT" sz="3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lt-LT" dirty="0"/>
          </a:p>
        </p:txBody>
      </p:sp>
      <p:sp>
        <p:nvSpPr>
          <p:cNvPr id="4" name="object 4"/>
          <p:cNvSpPr txBox="1"/>
          <p:nvPr/>
        </p:nvSpPr>
        <p:spPr>
          <a:xfrm>
            <a:off x="11641158" y="4420024"/>
            <a:ext cx="13631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67" dirty="0">
                <a:solidFill>
                  <a:srgbClr val="878787"/>
                </a:solidFill>
                <a:latin typeface="Times New Roman"/>
                <a:cs typeface="Times New Roman"/>
              </a:rPr>
              <a:t>2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588CC-55C0-49C8-81CA-439BB6EFF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lt-L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Elementų grupavimas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F9AB-B450-444B-BF4A-547889C19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9462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lt-L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elementų grupavimas </a:t>
            </a:r>
            <a:r>
              <a:rPr lang="lt-LT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kelių HTML elementų sujungimas į vieną bendrą konteinerį.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lt-LT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&lt;div&gt; </a:t>
            </a:r>
            <a:r>
              <a:rPr lang="lt-LT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nesemantinis HTML elementas, naudojamas kitiems elementams grupuoti.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lt-LT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&lt;div&gt; </a:t>
            </a:r>
            <a:r>
              <a:rPr lang="lt-L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pats savaime neturi semantinės reikšmės </a:t>
            </a:r>
            <a:r>
              <a:rPr lang="lt-LT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jis neapibūdina grupuojamo turinio paskirties.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lt-L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Grupuojant elementus galima jiems bendrai taikyti CSS stilius, išdėstymą arba valdyti juos naudojant „JavaScript“.</a:t>
            </a:r>
          </a:p>
        </p:txBody>
      </p:sp>
    </p:spTree>
    <p:extLst>
      <p:ext uri="{BB962C8B-B14F-4D97-AF65-F5344CB8AC3E}">
        <p14:creationId xmlns:p14="http://schemas.microsoft.com/office/powerpoint/2010/main" val="3602023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DA9A5E1-16AA-4510-93A5-43A56CAEC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lt-L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lt-LT" sz="3200" spc="-1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lt-L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lt-LT" sz="3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lt-LT" sz="3200" spc="-1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Layout</a:t>
            </a:r>
            <a:endParaRPr lang="lt-LT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9185A0-D81E-432B-B595-8B1C0F051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78440" cy="4351338"/>
          </a:xfrm>
        </p:spPr>
        <p:txBody>
          <a:bodyPr/>
          <a:lstStyle/>
          <a:p>
            <a:pPr marL="16933" marR="0" lvl="0" indent="0" algn="l" defTabSz="1219170" rtl="0" eaLnBrk="1" fontAlgn="auto" latinLnBrk="0" hangingPunct="1">
              <a:lnSpc>
                <a:spcPts val="3820"/>
              </a:lnSpc>
              <a:spcBef>
                <a:spcPts val="140"/>
              </a:spcBef>
              <a:spcAft>
                <a:spcPts val="0"/>
              </a:spcAft>
              <a:buClrTx/>
              <a:buSzPct val="95833"/>
              <a:buNone/>
              <a:tabLst>
                <a:tab pos="397923" algn="l"/>
              </a:tabLst>
              <a:defRPr/>
            </a:pPr>
            <a:r>
              <a:rPr kumimoji="0" lang="lt-LT" sz="32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CSS</a:t>
            </a:r>
            <a:r>
              <a:rPr kumimoji="0" lang="lt-LT" sz="3200" i="0" u="none" strike="noStrike" kern="0" cap="none" spc="-4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lt-LT" sz="32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Grid</a:t>
            </a:r>
            <a:r>
              <a:rPr kumimoji="0" lang="lt-LT" sz="3200" i="0" u="none" strike="noStrike" kern="0" cap="none" spc="-47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lt-LT" sz="32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Layout</a:t>
            </a:r>
            <a:r>
              <a:rPr kumimoji="0" lang="lt-LT" sz="3200" i="0" u="none" strike="noStrike" kern="0" cap="none" spc="-47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lt-LT" sz="3200" b="0" i="0" u="none" strike="noStrike" kern="0" cap="none" spc="-47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– </a:t>
            </a:r>
            <a:r>
              <a:rPr kumimoji="0" lang="lt-LT" sz="3200" b="0" i="0" u="none" strike="noStrike" kern="0" cap="none" spc="-33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tai </a:t>
            </a:r>
            <a:r>
              <a:rPr kumimoji="0" lang="lt-LT" sz="3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CSS elementų</a:t>
            </a:r>
            <a:r>
              <a:rPr kumimoji="0" lang="lt-LT" sz="3200" b="0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lt-LT" sz="3200" b="0" i="0" u="none" strike="noStrike" kern="0" cap="none" spc="-13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išdėstymo </a:t>
            </a:r>
            <a:r>
              <a:rPr kumimoji="0" lang="lt-LT" sz="3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sistema.</a:t>
            </a:r>
            <a:r>
              <a:rPr kumimoji="0" lang="lt-LT" sz="3200" b="0" i="0" u="none" strike="noStrike" kern="0" cap="none" spc="-67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lt-LT" sz="3200" b="0" i="0" u="none" strike="noStrike" kern="0" cap="none" spc="-33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Tai </a:t>
            </a:r>
            <a:r>
              <a:rPr kumimoji="0" lang="lt-LT" sz="3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yra</a:t>
            </a:r>
            <a:r>
              <a:rPr kumimoji="0" lang="lt-LT" sz="3200" b="0" i="0" u="none" strike="noStrike" kern="0" cap="none" spc="-47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lt-LT" sz="3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dvimatė</a:t>
            </a:r>
            <a:r>
              <a:rPr kumimoji="0" lang="lt-LT" sz="3200" b="0" i="0" u="none" strike="noStrike" kern="0" cap="none" spc="-33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lt-LT" sz="3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sistema,</a:t>
            </a:r>
            <a:r>
              <a:rPr kumimoji="0" lang="lt-LT" sz="3200" b="0" i="0" u="none" strike="noStrike" kern="0" cap="none" spc="-13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lt-LT" sz="3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lt-LT" sz="3200" b="0" i="0" u="none" strike="noStrike" kern="0" cap="none" spc="-13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lt-LT" sz="3200" b="0" i="0" u="none" strike="noStrike" kern="0" cap="none" spc="-33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tai </a:t>
            </a:r>
            <a:r>
              <a:rPr kumimoji="0" lang="lt-LT" sz="3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reiškia,</a:t>
            </a:r>
            <a:r>
              <a:rPr kumimoji="0" lang="lt-LT" sz="3200" b="0" i="0" u="none" strike="noStrike" kern="0" cap="none" spc="-33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lt-LT" sz="3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kad</a:t>
            </a:r>
            <a:r>
              <a:rPr kumimoji="0" lang="lt-LT" sz="3200" b="0" i="0" u="none" strike="noStrike" kern="0" cap="none" spc="-27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lt-LT" sz="3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ji</a:t>
            </a:r>
            <a:r>
              <a:rPr kumimoji="0" lang="lt-LT" sz="3200" b="0" i="0" u="none" strike="noStrike" kern="0" cap="none" spc="-2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lt-LT" sz="3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gali</a:t>
            </a:r>
            <a:r>
              <a:rPr kumimoji="0" lang="lt-LT" sz="3200" b="0" i="0" u="none" strike="noStrike" kern="0" cap="none" spc="-13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valdyti </a:t>
            </a:r>
            <a:r>
              <a:rPr kumimoji="0" lang="lt-LT" sz="3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tiek</a:t>
            </a:r>
            <a:r>
              <a:rPr kumimoji="0" lang="lt-LT" sz="3200" b="0" i="0" u="none" strike="noStrike" kern="0" cap="none" spc="-67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lt-LT" sz="3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stulpelius,</a:t>
            </a:r>
            <a:r>
              <a:rPr kumimoji="0" lang="lt-LT" sz="3200" b="0" i="0" u="none" strike="noStrike" kern="0" cap="none" spc="-6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lt-LT" sz="3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tiek</a:t>
            </a:r>
            <a:r>
              <a:rPr kumimoji="0" lang="lt-LT" sz="3200" b="0" i="0" u="none" strike="noStrike" kern="0" cap="none" spc="-6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lt-LT" sz="3200" b="0" i="0" u="none" strike="noStrike" kern="0" cap="none" spc="-13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eilutes, </a:t>
            </a:r>
            <a:r>
              <a:rPr kumimoji="0" lang="lt-LT" sz="3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skirtingai</a:t>
            </a:r>
            <a:r>
              <a:rPr kumimoji="0" lang="lt-LT" sz="3200" b="0" i="0" u="none" strike="noStrike" kern="0" cap="none" spc="-6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lt-LT" sz="3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nei</a:t>
            </a:r>
            <a:r>
              <a:rPr kumimoji="0" lang="lt-LT" sz="3200" b="0" i="0" u="none" strike="noStrike" kern="0" cap="none" spc="-6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lt-LT" sz="3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flexbox</a:t>
            </a:r>
            <a:r>
              <a:rPr kumimoji="0" lang="lt-LT" sz="3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,</a:t>
            </a:r>
            <a:r>
              <a:rPr kumimoji="0" lang="lt-LT" sz="3200" b="0" i="0" u="none" strike="noStrike" kern="0" cap="none" spc="-6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lt-LT" sz="3200" b="0" i="0" u="none" strike="noStrike" kern="0" cap="none" spc="-13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kuris </a:t>
            </a:r>
            <a:r>
              <a:rPr kumimoji="0" lang="lt-LT" sz="3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iš</a:t>
            </a:r>
            <a:r>
              <a:rPr kumimoji="0" lang="lt-LT" sz="3200" b="0" i="0" u="none" strike="noStrike" kern="0" cap="none" spc="-8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lt-LT" sz="3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esmės</a:t>
            </a:r>
            <a:r>
              <a:rPr kumimoji="0" lang="lt-LT" sz="3200" b="0" i="0" u="none" strike="noStrike" kern="0" cap="none" spc="7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lt-LT" sz="3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yra</a:t>
            </a:r>
            <a:r>
              <a:rPr kumimoji="0" lang="lt-LT" sz="3200" b="0" i="0" u="none" strike="noStrike" kern="0" cap="none" spc="-67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lt-LT" sz="3200" b="0" i="0" u="none" strike="noStrike" kern="0" cap="none" spc="-13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Times New Roman"/>
              </a:rPr>
              <a:t>vienmatė sistema.</a:t>
            </a:r>
            <a:endParaRPr kumimoji="0" lang="lt-LT" sz="3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endParaRPr lang="lt-LT" dirty="0"/>
          </a:p>
        </p:txBody>
      </p:sp>
      <p:sp>
        <p:nvSpPr>
          <p:cNvPr id="4" name="object 4"/>
          <p:cNvSpPr txBox="1"/>
          <p:nvPr/>
        </p:nvSpPr>
        <p:spPr>
          <a:xfrm>
            <a:off x="11641158" y="4420024"/>
            <a:ext cx="13631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67" dirty="0">
                <a:solidFill>
                  <a:srgbClr val="878787"/>
                </a:solidFill>
                <a:latin typeface="Times New Roman"/>
                <a:cs typeface="Times New Roman"/>
              </a:rPr>
              <a:t>3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5180" y="3489960"/>
            <a:ext cx="4665980" cy="31934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1E065E3-194E-4F05-9297-012717731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stulpelių išdėstymo sistema (</a:t>
            </a:r>
            <a:r>
              <a:rPr lang="lt-LT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lt-LT" sz="36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lt-LT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lt-LT" sz="36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lt-LT" sz="3600" spc="-2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lt-LT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lt-LT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61198E-C21D-442B-8B85-C8E873398E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8135" y="1825625"/>
            <a:ext cx="8275730" cy="435133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641158" y="4420024"/>
            <a:ext cx="13631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67" dirty="0">
                <a:solidFill>
                  <a:srgbClr val="878787"/>
                </a:solidFill>
                <a:latin typeface="Times New Roman"/>
                <a:cs typeface="Times New Roman"/>
              </a:rPr>
              <a:t>4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767493"/>
            <a:ext cx="10515600" cy="520826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lang="lt-LT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stulpelių išdėstymo sistema (</a:t>
            </a:r>
            <a:r>
              <a:rPr lang="lt-LT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Four</a:t>
            </a:r>
            <a:r>
              <a:rPr lang="lt-LT" sz="36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lt-LT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lt-LT" sz="36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lt-LT" sz="3600" spc="-2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lt-LT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pc="-27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3881A46-9093-4894-B184-BA9A7731E6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5341" y="1766693"/>
            <a:ext cx="8253939" cy="464649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641158" y="4420024"/>
            <a:ext cx="13631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67" dirty="0">
                <a:solidFill>
                  <a:srgbClr val="878787"/>
                </a:solidFill>
                <a:latin typeface="Times New Roman"/>
                <a:cs typeface="Times New Roman"/>
              </a:rPr>
              <a:t>5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2347" y="806535"/>
            <a:ext cx="10507133" cy="465426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lang="lt-L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stulpelių išdėstymo sistema (</a:t>
            </a:r>
            <a:r>
              <a:rPr lang="lt-L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Twelve</a:t>
            </a:r>
            <a:r>
              <a:rPr lang="lt-LT" sz="32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lt-L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lt-LT" sz="32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lt-LT" sz="3200" spc="-2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lt-L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3200" spc="-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4D72D48B-CC23-4EA5-A6F3-0A7FD6C62E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2347" y="1731283"/>
            <a:ext cx="9919983" cy="476159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368702" y="116502"/>
            <a:ext cx="706967" cy="706967"/>
            <a:chOff x="8526526" y="87376"/>
            <a:chExt cx="530225" cy="530225"/>
          </a:xfrm>
        </p:grpSpPr>
        <p:sp>
          <p:nvSpPr>
            <p:cNvPr id="5" name="object 5">
              <a:hlinkClick r:id="rId3"/>
            </p:cNvPr>
            <p:cNvSpPr/>
            <p:nvPr/>
          </p:nvSpPr>
          <p:spPr>
            <a:xfrm>
              <a:off x="8539226" y="100076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504825" y="0"/>
                  </a:moveTo>
                  <a:lnTo>
                    <a:pt x="0" y="0"/>
                  </a:lnTo>
                  <a:lnTo>
                    <a:pt x="0" y="504825"/>
                  </a:lnTo>
                  <a:lnTo>
                    <a:pt x="504825" y="504825"/>
                  </a:lnTo>
                  <a:lnTo>
                    <a:pt x="504825" y="441706"/>
                  </a:lnTo>
                  <a:lnTo>
                    <a:pt x="252349" y="441706"/>
                  </a:lnTo>
                  <a:lnTo>
                    <a:pt x="202030" y="434937"/>
                  </a:lnTo>
                  <a:lnTo>
                    <a:pt x="156802" y="415840"/>
                  </a:lnTo>
                  <a:lnTo>
                    <a:pt x="118475" y="386222"/>
                  </a:lnTo>
                  <a:lnTo>
                    <a:pt x="88857" y="347895"/>
                  </a:lnTo>
                  <a:lnTo>
                    <a:pt x="69760" y="302667"/>
                  </a:lnTo>
                  <a:lnTo>
                    <a:pt x="62992" y="252349"/>
                  </a:lnTo>
                  <a:lnTo>
                    <a:pt x="69760" y="202030"/>
                  </a:lnTo>
                  <a:lnTo>
                    <a:pt x="88857" y="156802"/>
                  </a:lnTo>
                  <a:lnTo>
                    <a:pt x="118475" y="118475"/>
                  </a:lnTo>
                  <a:lnTo>
                    <a:pt x="156802" y="88857"/>
                  </a:lnTo>
                  <a:lnTo>
                    <a:pt x="202030" y="69760"/>
                  </a:lnTo>
                  <a:lnTo>
                    <a:pt x="252349" y="62991"/>
                  </a:lnTo>
                  <a:lnTo>
                    <a:pt x="504825" y="62991"/>
                  </a:lnTo>
                  <a:lnTo>
                    <a:pt x="504825" y="0"/>
                  </a:lnTo>
                  <a:close/>
                </a:path>
                <a:path w="504825" h="504825">
                  <a:moveTo>
                    <a:pt x="504825" y="62991"/>
                  </a:moveTo>
                  <a:lnTo>
                    <a:pt x="252349" y="62991"/>
                  </a:lnTo>
                  <a:lnTo>
                    <a:pt x="302667" y="69760"/>
                  </a:lnTo>
                  <a:lnTo>
                    <a:pt x="347895" y="88857"/>
                  </a:lnTo>
                  <a:lnTo>
                    <a:pt x="386222" y="118475"/>
                  </a:lnTo>
                  <a:lnTo>
                    <a:pt x="415840" y="156802"/>
                  </a:lnTo>
                  <a:lnTo>
                    <a:pt x="434937" y="202030"/>
                  </a:lnTo>
                  <a:lnTo>
                    <a:pt x="441705" y="252349"/>
                  </a:lnTo>
                  <a:lnTo>
                    <a:pt x="434937" y="302667"/>
                  </a:lnTo>
                  <a:lnTo>
                    <a:pt x="415840" y="347895"/>
                  </a:lnTo>
                  <a:lnTo>
                    <a:pt x="386222" y="386222"/>
                  </a:lnTo>
                  <a:lnTo>
                    <a:pt x="347895" y="415840"/>
                  </a:lnTo>
                  <a:lnTo>
                    <a:pt x="302667" y="434937"/>
                  </a:lnTo>
                  <a:lnTo>
                    <a:pt x="252349" y="441706"/>
                  </a:lnTo>
                  <a:lnTo>
                    <a:pt x="504825" y="441706"/>
                  </a:lnTo>
                  <a:lnTo>
                    <a:pt x="504825" y="62991"/>
                  </a:lnTo>
                  <a:close/>
                </a:path>
              </a:pathLst>
            </a:custGeom>
            <a:solidFill>
              <a:srgbClr val="27CED6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>
              <a:hlinkClick r:id="rId3"/>
            </p:cNvPr>
            <p:cNvSpPr/>
            <p:nvPr/>
          </p:nvSpPr>
          <p:spPr>
            <a:xfrm>
              <a:off x="8602218" y="163068"/>
              <a:ext cx="379095" cy="379095"/>
            </a:xfrm>
            <a:custGeom>
              <a:avLst/>
              <a:gdLst/>
              <a:ahLst/>
              <a:cxnLst/>
              <a:rect l="l" t="t" r="r" b="b"/>
              <a:pathLst>
                <a:path w="379095" h="379095">
                  <a:moveTo>
                    <a:pt x="189356" y="0"/>
                  </a:moveTo>
                  <a:lnTo>
                    <a:pt x="139038" y="6768"/>
                  </a:lnTo>
                  <a:lnTo>
                    <a:pt x="93810" y="25865"/>
                  </a:lnTo>
                  <a:lnTo>
                    <a:pt x="55483" y="55483"/>
                  </a:lnTo>
                  <a:lnTo>
                    <a:pt x="25865" y="93810"/>
                  </a:lnTo>
                  <a:lnTo>
                    <a:pt x="6768" y="139038"/>
                  </a:lnTo>
                  <a:lnTo>
                    <a:pt x="0" y="189357"/>
                  </a:lnTo>
                  <a:lnTo>
                    <a:pt x="6768" y="239675"/>
                  </a:lnTo>
                  <a:lnTo>
                    <a:pt x="25865" y="284903"/>
                  </a:lnTo>
                  <a:lnTo>
                    <a:pt x="55483" y="323230"/>
                  </a:lnTo>
                  <a:lnTo>
                    <a:pt x="93810" y="352848"/>
                  </a:lnTo>
                  <a:lnTo>
                    <a:pt x="139038" y="371945"/>
                  </a:lnTo>
                  <a:lnTo>
                    <a:pt x="189356" y="378714"/>
                  </a:lnTo>
                  <a:lnTo>
                    <a:pt x="239675" y="371945"/>
                  </a:lnTo>
                  <a:lnTo>
                    <a:pt x="284903" y="352848"/>
                  </a:lnTo>
                  <a:lnTo>
                    <a:pt x="312733" y="331343"/>
                  </a:lnTo>
                  <a:lnTo>
                    <a:pt x="118363" y="331343"/>
                  </a:lnTo>
                  <a:lnTo>
                    <a:pt x="118363" y="307721"/>
                  </a:lnTo>
                  <a:lnTo>
                    <a:pt x="153924" y="307721"/>
                  </a:lnTo>
                  <a:lnTo>
                    <a:pt x="153924" y="141986"/>
                  </a:lnTo>
                  <a:lnTo>
                    <a:pt x="118363" y="141986"/>
                  </a:lnTo>
                  <a:lnTo>
                    <a:pt x="118363" y="118364"/>
                  </a:lnTo>
                  <a:lnTo>
                    <a:pt x="363216" y="118364"/>
                  </a:lnTo>
                  <a:lnTo>
                    <a:pt x="352848" y="93810"/>
                  </a:lnTo>
                  <a:lnTo>
                    <a:pt x="344441" y="82931"/>
                  </a:lnTo>
                  <a:lnTo>
                    <a:pt x="189356" y="82931"/>
                  </a:lnTo>
                  <a:lnTo>
                    <a:pt x="175569" y="80125"/>
                  </a:lnTo>
                  <a:lnTo>
                    <a:pt x="164306" y="72485"/>
                  </a:lnTo>
                  <a:lnTo>
                    <a:pt x="156710" y="61178"/>
                  </a:lnTo>
                  <a:lnTo>
                    <a:pt x="153924" y="47371"/>
                  </a:lnTo>
                  <a:lnTo>
                    <a:pt x="156710" y="33583"/>
                  </a:lnTo>
                  <a:lnTo>
                    <a:pt x="164306" y="22320"/>
                  </a:lnTo>
                  <a:lnTo>
                    <a:pt x="175569" y="14724"/>
                  </a:lnTo>
                  <a:lnTo>
                    <a:pt x="189356" y="11937"/>
                  </a:lnTo>
                  <a:lnTo>
                    <a:pt x="251919" y="11937"/>
                  </a:lnTo>
                  <a:lnTo>
                    <a:pt x="239675" y="6768"/>
                  </a:lnTo>
                  <a:lnTo>
                    <a:pt x="189356" y="0"/>
                  </a:lnTo>
                  <a:close/>
                </a:path>
                <a:path w="379095" h="379095">
                  <a:moveTo>
                    <a:pt x="363216" y="118364"/>
                  </a:moveTo>
                  <a:lnTo>
                    <a:pt x="224916" y="118364"/>
                  </a:lnTo>
                  <a:lnTo>
                    <a:pt x="224916" y="307721"/>
                  </a:lnTo>
                  <a:lnTo>
                    <a:pt x="260350" y="307721"/>
                  </a:lnTo>
                  <a:lnTo>
                    <a:pt x="260350" y="331343"/>
                  </a:lnTo>
                  <a:lnTo>
                    <a:pt x="312733" y="331343"/>
                  </a:lnTo>
                  <a:lnTo>
                    <a:pt x="323230" y="323230"/>
                  </a:lnTo>
                  <a:lnTo>
                    <a:pt x="352848" y="284903"/>
                  </a:lnTo>
                  <a:lnTo>
                    <a:pt x="371945" y="239675"/>
                  </a:lnTo>
                  <a:lnTo>
                    <a:pt x="378713" y="189357"/>
                  </a:lnTo>
                  <a:lnTo>
                    <a:pt x="371945" y="139038"/>
                  </a:lnTo>
                  <a:lnTo>
                    <a:pt x="363216" y="118364"/>
                  </a:lnTo>
                  <a:close/>
                </a:path>
                <a:path w="379095" h="379095">
                  <a:moveTo>
                    <a:pt x="251919" y="11937"/>
                  </a:moveTo>
                  <a:lnTo>
                    <a:pt x="189356" y="11937"/>
                  </a:lnTo>
                  <a:lnTo>
                    <a:pt x="203164" y="14724"/>
                  </a:lnTo>
                  <a:lnTo>
                    <a:pt x="214471" y="22320"/>
                  </a:lnTo>
                  <a:lnTo>
                    <a:pt x="222111" y="33583"/>
                  </a:lnTo>
                  <a:lnTo>
                    <a:pt x="224916" y="47371"/>
                  </a:lnTo>
                  <a:lnTo>
                    <a:pt x="222111" y="61178"/>
                  </a:lnTo>
                  <a:lnTo>
                    <a:pt x="214471" y="72485"/>
                  </a:lnTo>
                  <a:lnTo>
                    <a:pt x="203164" y="80125"/>
                  </a:lnTo>
                  <a:lnTo>
                    <a:pt x="189356" y="82931"/>
                  </a:lnTo>
                  <a:lnTo>
                    <a:pt x="344441" y="82931"/>
                  </a:lnTo>
                  <a:lnTo>
                    <a:pt x="323230" y="55483"/>
                  </a:lnTo>
                  <a:lnTo>
                    <a:pt x="284903" y="25865"/>
                  </a:lnTo>
                  <a:lnTo>
                    <a:pt x="251919" y="11937"/>
                  </a:lnTo>
                  <a:close/>
                </a:path>
              </a:pathLst>
            </a:custGeom>
            <a:solidFill>
              <a:srgbClr val="177B81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>
              <a:hlinkClick r:id="rId3"/>
            </p:cNvPr>
            <p:cNvSpPr/>
            <p:nvPr/>
          </p:nvSpPr>
          <p:spPr>
            <a:xfrm>
              <a:off x="8720582" y="175006"/>
              <a:ext cx="142240" cy="319405"/>
            </a:xfrm>
            <a:custGeom>
              <a:avLst/>
              <a:gdLst/>
              <a:ahLst/>
              <a:cxnLst/>
              <a:rect l="l" t="t" r="r" b="b"/>
              <a:pathLst>
                <a:path w="142240" h="319405">
                  <a:moveTo>
                    <a:pt x="70993" y="0"/>
                  </a:moveTo>
                  <a:lnTo>
                    <a:pt x="57205" y="2786"/>
                  </a:lnTo>
                  <a:lnTo>
                    <a:pt x="45942" y="10382"/>
                  </a:lnTo>
                  <a:lnTo>
                    <a:pt x="38346" y="21645"/>
                  </a:lnTo>
                  <a:lnTo>
                    <a:pt x="35560" y="35433"/>
                  </a:lnTo>
                  <a:lnTo>
                    <a:pt x="38346" y="49240"/>
                  </a:lnTo>
                  <a:lnTo>
                    <a:pt x="45942" y="60547"/>
                  </a:lnTo>
                  <a:lnTo>
                    <a:pt x="57205" y="68187"/>
                  </a:lnTo>
                  <a:lnTo>
                    <a:pt x="70993" y="70993"/>
                  </a:lnTo>
                  <a:lnTo>
                    <a:pt x="84800" y="68187"/>
                  </a:lnTo>
                  <a:lnTo>
                    <a:pt x="96107" y="60547"/>
                  </a:lnTo>
                  <a:lnTo>
                    <a:pt x="103747" y="49240"/>
                  </a:lnTo>
                  <a:lnTo>
                    <a:pt x="106552" y="35433"/>
                  </a:lnTo>
                  <a:lnTo>
                    <a:pt x="103747" y="21645"/>
                  </a:lnTo>
                  <a:lnTo>
                    <a:pt x="96107" y="10382"/>
                  </a:lnTo>
                  <a:lnTo>
                    <a:pt x="84800" y="2786"/>
                  </a:lnTo>
                  <a:lnTo>
                    <a:pt x="70993" y="0"/>
                  </a:lnTo>
                  <a:close/>
                </a:path>
                <a:path w="142240" h="319405">
                  <a:moveTo>
                    <a:pt x="141986" y="295783"/>
                  </a:moveTo>
                  <a:lnTo>
                    <a:pt x="0" y="295783"/>
                  </a:lnTo>
                  <a:lnTo>
                    <a:pt x="0" y="319405"/>
                  </a:lnTo>
                  <a:lnTo>
                    <a:pt x="141986" y="319405"/>
                  </a:lnTo>
                  <a:lnTo>
                    <a:pt x="141986" y="295783"/>
                  </a:lnTo>
                  <a:close/>
                </a:path>
                <a:path w="142240" h="319405">
                  <a:moveTo>
                    <a:pt x="106552" y="106426"/>
                  </a:moveTo>
                  <a:lnTo>
                    <a:pt x="0" y="106426"/>
                  </a:lnTo>
                  <a:lnTo>
                    <a:pt x="0" y="130048"/>
                  </a:lnTo>
                  <a:lnTo>
                    <a:pt x="35560" y="130048"/>
                  </a:lnTo>
                  <a:lnTo>
                    <a:pt x="35560" y="295783"/>
                  </a:lnTo>
                  <a:lnTo>
                    <a:pt x="106552" y="295783"/>
                  </a:lnTo>
                  <a:lnTo>
                    <a:pt x="106552" y="106426"/>
                  </a:lnTo>
                  <a:close/>
                </a:path>
              </a:pathLst>
            </a:custGeom>
            <a:solidFill>
              <a:srgbClr val="7CE1E7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object 8">
              <a:hlinkClick r:id="rId3"/>
            </p:cNvPr>
            <p:cNvSpPr/>
            <p:nvPr/>
          </p:nvSpPr>
          <p:spPr>
            <a:xfrm>
              <a:off x="8539226" y="100076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0" y="0"/>
                  </a:moveTo>
                  <a:lnTo>
                    <a:pt x="504825" y="0"/>
                  </a:lnTo>
                  <a:lnTo>
                    <a:pt x="504825" y="504825"/>
                  </a:lnTo>
                  <a:lnTo>
                    <a:pt x="0" y="504825"/>
                  </a:lnTo>
                  <a:lnTo>
                    <a:pt x="0" y="0"/>
                  </a:lnTo>
                  <a:close/>
                </a:path>
                <a:path w="504825" h="504825">
                  <a:moveTo>
                    <a:pt x="252349" y="62991"/>
                  </a:moveTo>
                  <a:lnTo>
                    <a:pt x="302667" y="69760"/>
                  </a:lnTo>
                  <a:lnTo>
                    <a:pt x="347895" y="88857"/>
                  </a:lnTo>
                  <a:lnTo>
                    <a:pt x="386222" y="118475"/>
                  </a:lnTo>
                  <a:lnTo>
                    <a:pt x="415840" y="156802"/>
                  </a:lnTo>
                  <a:lnTo>
                    <a:pt x="434937" y="202030"/>
                  </a:lnTo>
                  <a:lnTo>
                    <a:pt x="441705" y="252349"/>
                  </a:lnTo>
                  <a:lnTo>
                    <a:pt x="434937" y="302667"/>
                  </a:lnTo>
                  <a:lnTo>
                    <a:pt x="415840" y="347895"/>
                  </a:lnTo>
                  <a:lnTo>
                    <a:pt x="386222" y="386222"/>
                  </a:lnTo>
                  <a:lnTo>
                    <a:pt x="347895" y="415840"/>
                  </a:lnTo>
                  <a:lnTo>
                    <a:pt x="302667" y="434937"/>
                  </a:lnTo>
                  <a:lnTo>
                    <a:pt x="252349" y="441706"/>
                  </a:lnTo>
                  <a:lnTo>
                    <a:pt x="202030" y="434937"/>
                  </a:lnTo>
                  <a:lnTo>
                    <a:pt x="156802" y="415840"/>
                  </a:lnTo>
                  <a:lnTo>
                    <a:pt x="118475" y="386222"/>
                  </a:lnTo>
                  <a:lnTo>
                    <a:pt x="88857" y="347895"/>
                  </a:lnTo>
                  <a:lnTo>
                    <a:pt x="69760" y="302667"/>
                  </a:lnTo>
                  <a:lnTo>
                    <a:pt x="62992" y="252349"/>
                  </a:lnTo>
                  <a:lnTo>
                    <a:pt x="69760" y="202030"/>
                  </a:lnTo>
                  <a:lnTo>
                    <a:pt x="88857" y="156802"/>
                  </a:lnTo>
                  <a:lnTo>
                    <a:pt x="118475" y="118475"/>
                  </a:lnTo>
                  <a:lnTo>
                    <a:pt x="156802" y="88857"/>
                  </a:lnTo>
                  <a:lnTo>
                    <a:pt x="202030" y="69760"/>
                  </a:lnTo>
                  <a:lnTo>
                    <a:pt x="252349" y="62991"/>
                  </a:lnTo>
                  <a:close/>
                </a:path>
                <a:path w="504825" h="504825">
                  <a:moveTo>
                    <a:pt x="252349" y="62991"/>
                  </a:moveTo>
                  <a:lnTo>
                    <a:pt x="302667" y="69760"/>
                  </a:lnTo>
                  <a:lnTo>
                    <a:pt x="347895" y="88857"/>
                  </a:lnTo>
                  <a:lnTo>
                    <a:pt x="386222" y="118475"/>
                  </a:lnTo>
                  <a:lnTo>
                    <a:pt x="415840" y="156802"/>
                  </a:lnTo>
                  <a:lnTo>
                    <a:pt x="434937" y="202030"/>
                  </a:lnTo>
                  <a:lnTo>
                    <a:pt x="441705" y="252349"/>
                  </a:lnTo>
                  <a:lnTo>
                    <a:pt x="434937" y="302667"/>
                  </a:lnTo>
                  <a:lnTo>
                    <a:pt x="415840" y="347895"/>
                  </a:lnTo>
                  <a:lnTo>
                    <a:pt x="386222" y="386222"/>
                  </a:lnTo>
                  <a:lnTo>
                    <a:pt x="347895" y="415840"/>
                  </a:lnTo>
                  <a:lnTo>
                    <a:pt x="302667" y="434937"/>
                  </a:lnTo>
                  <a:lnTo>
                    <a:pt x="252349" y="441706"/>
                  </a:lnTo>
                  <a:lnTo>
                    <a:pt x="202030" y="434937"/>
                  </a:lnTo>
                  <a:lnTo>
                    <a:pt x="156802" y="415840"/>
                  </a:lnTo>
                  <a:lnTo>
                    <a:pt x="118475" y="386222"/>
                  </a:lnTo>
                  <a:lnTo>
                    <a:pt x="88857" y="347895"/>
                  </a:lnTo>
                  <a:lnTo>
                    <a:pt x="69760" y="302667"/>
                  </a:lnTo>
                  <a:lnTo>
                    <a:pt x="62992" y="252349"/>
                  </a:lnTo>
                  <a:lnTo>
                    <a:pt x="69760" y="202030"/>
                  </a:lnTo>
                  <a:lnTo>
                    <a:pt x="88857" y="156802"/>
                  </a:lnTo>
                  <a:lnTo>
                    <a:pt x="118475" y="118475"/>
                  </a:lnTo>
                  <a:lnTo>
                    <a:pt x="156802" y="88857"/>
                  </a:lnTo>
                  <a:lnTo>
                    <a:pt x="202030" y="69760"/>
                  </a:lnTo>
                  <a:lnTo>
                    <a:pt x="252349" y="62991"/>
                  </a:lnTo>
                  <a:close/>
                </a:path>
              </a:pathLst>
            </a:custGeom>
            <a:ln w="25400">
              <a:solidFill>
                <a:srgbClr val="1C959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9" name="object 9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07882" y="162306"/>
              <a:ext cx="167386" cy="344805"/>
            </a:xfrm>
            <a:prstGeom prst="rect">
              <a:avLst/>
            </a:prstGeom>
          </p:spPr>
        </p:pic>
        <p:sp>
          <p:nvSpPr>
            <p:cNvPr id="10" name="object 10">
              <a:hlinkClick r:id="rId3"/>
            </p:cNvPr>
            <p:cNvSpPr/>
            <p:nvPr/>
          </p:nvSpPr>
          <p:spPr>
            <a:xfrm>
              <a:off x="8539226" y="100076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252349" y="62991"/>
                  </a:moveTo>
                  <a:lnTo>
                    <a:pt x="302667" y="69760"/>
                  </a:lnTo>
                  <a:lnTo>
                    <a:pt x="347895" y="88857"/>
                  </a:lnTo>
                  <a:lnTo>
                    <a:pt x="386222" y="118475"/>
                  </a:lnTo>
                  <a:lnTo>
                    <a:pt x="415840" y="156802"/>
                  </a:lnTo>
                  <a:lnTo>
                    <a:pt x="434937" y="202030"/>
                  </a:lnTo>
                  <a:lnTo>
                    <a:pt x="441705" y="252349"/>
                  </a:lnTo>
                  <a:lnTo>
                    <a:pt x="434937" y="302667"/>
                  </a:lnTo>
                  <a:lnTo>
                    <a:pt x="415840" y="347895"/>
                  </a:lnTo>
                  <a:lnTo>
                    <a:pt x="386222" y="386222"/>
                  </a:lnTo>
                  <a:lnTo>
                    <a:pt x="347895" y="415840"/>
                  </a:lnTo>
                  <a:lnTo>
                    <a:pt x="302667" y="434937"/>
                  </a:lnTo>
                  <a:lnTo>
                    <a:pt x="252349" y="441706"/>
                  </a:lnTo>
                  <a:lnTo>
                    <a:pt x="202030" y="434937"/>
                  </a:lnTo>
                  <a:lnTo>
                    <a:pt x="156802" y="415840"/>
                  </a:lnTo>
                  <a:lnTo>
                    <a:pt x="118475" y="386222"/>
                  </a:lnTo>
                  <a:lnTo>
                    <a:pt x="88857" y="347895"/>
                  </a:lnTo>
                  <a:lnTo>
                    <a:pt x="69760" y="302667"/>
                  </a:lnTo>
                  <a:lnTo>
                    <a:pt x="62992" y="252349"/>
                  </a:lnTo>
                  <a:lnTo>
                    <a:pt x="69760" y="202030"/>
                  </a:lnTo>
                  <a:lnTo>
                    <a:pt x="88857" y="156802"/>
                  </a:lnTo>
                  <a:lnTo>
                    <a:pt x="118475" y="118475"/>
                  </a:lnTo>
                  <a:lnTo>
                    <a:pt x="156802" y="88857"/>
                  </a:lnTo>
                  <a:lnTo>
                    <a:pt x="202030" y="69760"/>
                  </a:lnTo>
                  <a:lnTo>
                    <a:pt x="252349" y="62991"/>
                  </a:lnTo>
                  <a:close/>
                </a:path>
                <a:path w="504825" h="504825">
                  <a:moveTo>
                    <a:pt x="252349" y="74929"/>
                  </a:moveTo>
                  <a:lnTo>
                    <a:pt x="266156" y="77716"/>
                  </a:lnTo>
                  <a:lnTo>
                    <a:pt x="277463" y="85312"/>
                  </a:lnTo>
                  <a:lnTo>
                    <a:pt x="285103" y="96575"/>
                  </a:lnTo>
                  <a:lnTo>
                    <a:pt x="287908" y="110362"/>
                  </a:lnTo>
                  <a:lnTo>
                    <a:pt x="285103" y="124170"/>
                  </a:lnTo>
                  <a:lnTo>
                    <a:pt x="277463" y="135477"/>
                  </a:lnTo>
                  <a:lnTo>
                    <a:pt x="266156" y="143117"/>
                  </a:lnTo>
                  <a:lnTo>
                    <a:pt x="252349" y="145923"/>
                  </a:lnTo>
                  <a:lnTo>
                    <a:pt x="238561" y="143117"/>
                  </a:lnTo>
                  <a:lnTo>
                    <a:pt x="227298" y="135477"/>
                  </a:lnTo>
                  <a:lnTo>
                    <a:pt x="219702" y="124170"/>
                  </a:lnTo>
                  <a:lnTo>
                    <a:pt x="216916" y="110362"/>
                  </a:lnTo>
                  <a:lnTo>
                    <a:pt x="219702" y="96575"/>
                  </a:lnTo>
                  <a:lnTo>
                    <a:pt x="227298" y="85312"/>
                  </a:lnTo>
                  <a:lnTo>
                    <a:pt x="238561" y="77716"/>
                  </a:lnTo>
                  <a:lnTo>
                    <a:pt x="252349" y="74929"/>
                  </a:lnTo>
                </a:path>
                <a:path w="504825" h="504825">
                  <a:moveTo>
                    <a:pt x="181355" y="181356"/>
                  </a:moveTo>
                  <a:lnTo>
                    <a:pt x="287908" y="181356"/>
                  </a:lnTo>
                  <a:lnTo>
                    <a:pt x="287908" y="370713"/>
                  </a:lnTo>
                  <a:lnTo>
                    <a:pt x="323342" y="370713"/>
                  </a:lnTo>
                  <a:lnTo>
                    <a:pt x="323342" y="394335"/>
                  </a:lnTo>
                  <a:lnTo>
                    <a:pt x="181355" y="394335"/>
                  </a:lnTo>
                  <a:lnTo>
                    <a:pt x="181355" y="370713"/>
                  </a:lnTo>
                  <a:lnTo>
                    <a:pt x="216916" y="370713"/>
                  </a:lnTo>
                  <a:lnTo>
                    <a:pt x="216916" y="204977"/>
                  </a:lnTo>
                  <a:lnTo>
                    <a:pt x="181355" y="204977"/>
                  </a:lnTo>
                  <a:lnTo>
                    <a:pt x="181355" y="181356"/>
                  </a:lnTo>
                  <a:close/>
                </a:path>
                <a:path w="504825" h="504825">
                  <a:moveTo>
                    <a:pt x="0" y="504825"/>
                  </a:moveTo>
                  <a:lnTo>
                    <a:pt x="504825" y="504825"/>
                  </a:lnTo>
                  <a:lnTo>
                    <a:pt x="504825" y="0"/>
                  </a:lnTo>
                  <a:lnTo>
                    <a:pt x="0" y="0"/>
                  </a:lnTo>
                  <a:lnTo>
                    <a:pt x="0" y="504825"/>
                  </a:lnTo>
                  <a:close/>
                </a:path>
              </a:pathLst>
            </a:custGeom>
            <a:ln w="25400">
              <a:solidFill>
                <a:srgbClr val="1C959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641158" y="4420024"/>
            <a:ext cx="13631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67" dirty="0">
                <a:solidFill>
                  <a:srgbClr val="878787"/>
                </a:solidFill>
                <a:latin typeface="Times New Roman"/>
                <a:cs typeface="Times New Roman"/>
              </a:rPr>
              <a:t>9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0500" y="682337"/>
            <a:ext cx="10980420" cy="465426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Twelve</a:t>
            </a:r>
            <a:r>
              <a:rPr sz="32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lang="lt-L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stulpelių išdėstymo sistema (</a:t>
            </a:r>
            <a:r>
              <a:rPr lang="lt-L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Twelve</a:t>
            </a:r>
            <a:r>
              <a:rPr lang="lt-LT" sz="32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lt-L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lt-LT" sz="32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lt-LT" sz="3200" spc="-2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lt-L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3200" spc="-2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1221D9A-76A0-42FE-A434-EA6FC53ADC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4064" y="1516290"/>
            <a:ext cx="6105136" cy="48664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641158" y="4420024"/>
            <a:ext cx="13631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67" dirty="0">
                <a:solidFill>
                  <a:srgbClr val="878787"/>
                </a:solidFill>
                <a:latin typeface="Times New Roman"/>
                <a:cs typeface="Times New Roman"/>
              </a:rPr>
              <a:t>6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7660" y="795193"/>
            <a:ext cx="11026140" cy="465426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lang="lt-L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Twelve</a:t>
            </a:r>
            <a:r>
              <a:rPr lang="lt-LT" sz="32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lt-L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Co12 stulpelių išdėstymo sistema (</a:t>
            </a:r>
            <a:r>
              <a:rPr lang="lt-L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Twelve</a:t>
            </a:r>
            <a:r>
              <a:rPr lang="lt-LT" sz="32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lt-L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lt-LT" sz="32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lt-LT" sz="3200" spc="-2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lt-L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3200" spc="-27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6D4FD94-7C82-42EE-8DBB-F9144AC3DE0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27693" y="1825625"/>
            <a:ext cx="4177283" cy="4351338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C87EF7F-22EA-4D56-9C8D-9EFA21BCA31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87025" y="1825625"/>
            <a:ext cx="4151950" cy="435133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641158" y="4420024"/>
            <a:ext cx="13631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67" dirty="0">
                <a:solidFill>
                  <a:srgbClr val="878787"/>
                </a:solidFill>
                <a:latin typeface="Times New Roman"/>
                <a:cs typeface="Times New Roman"/>
              </a:rPr>
              <a:t>7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3EC16AAB-CECC-45A2-A3DE-D33248F7A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9315"/>
          </a:xfrm>
        </p:spPr>
        <p:txBody>
          <a:bodyPr>
            <a:normAutofit/>
          </a:bodyPr>
          <a:lstStyle/>
          <a:p>
            <a:r>
              <a:rPr lang="lt-L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lt-LT" sz="32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lt-LT" sz="32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Terminologija</a:t>
            </a:r>
            <a:endParaRPr lang="lt-LT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07C5A024-526E-461A-86B3-5CD709D463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8647" y="1606635"/>
            <a:ext cx="8173078" cy="437603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641158" y="4420024"/>
            <a:ext cx="13631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67" dirty="0">
                <a:solidFill>
                  <a:srgbClr val="878787"/>
                </a:solidFill>
                <a:latin typeface="Times New Roman"/>
                <a:cs typeface="Times New Roman"/>
              </a:rPr>
              <a:t>8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368702" y="116502"/>
            <a:ext cx="706967" cy="706967"/>
            <a:chOff x="8526526" y="87376"/>
            <a:chExt cx="530225" cy="530225"/>
          </a:xfrm>
        </p:grpSpPr>
        <p:sp>
          <p:nvSpPr>
            <p:cNvPr id="6" name="object 6">
              <a:hlinkClick r:id="rId3"/>
            </p:cNvPr>
            <p:cNvSpPr/>
            <p:nvPr/>
          </p:nvSpPr>
          <p:spPr>
            <a:xfrm>
              <a:off x="8539226" y="100076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504825" y="0"/>
                  </a:moveTo>
                  <a:lnTo>
                    <a:pt x="0" y="0"/>
                  </a:lnTo>
                  <a:lnTo>
                    <a:pt x="0" y="504825"/>
                  </a:lnTo>
                  <a:lnTo>
                    <a:pt x="504825" y="504825"/>
                  </a:lnTo>
                  <a:lnTo>
                    <a:pt x="504825" y="441706"/>
                  </a:lnTo>
                  <a:lnTo>
                    <a:pt x="252349" y="441706"/>
                  </a:lnTo>
                  <a:lnTo>
                    <a:pt x="202030" y="434937"/>
                  </a:lnTo>
                  <a:lnTo>
                    <a:pt x="156802" y="415840"/>
                  </a:lnTo>
                  <a:lnTo>
                    <a:pt x="118475" y="386222"/>
                  </a:lnTo>
                  <a:lnTo>
                    <a:pt x="88857" y="347895"/>
                  </a:lnTo>
                  <a:lnTo>
                    <a:pt x="69760" y="302667"/>
                  </a:lnTo>
                  <a:lnTo>
                    <a:pt x="62992" y="252349"/>
                  </a:lnTo>
                  <a:lnTo>
                    <a:pt x="69760" y="202030"/>
                  </a:lnTo>
                  <a:lnTo>
                    <a:pt x="88857" y="156802"/>
                  </a:lnTo>
                  <a:lnTo>
                    <a:pt x="118475" y="118475"/>
                  </a:lnTo>
                  <a:lnTo>
                    <a:pt x="156802" y="88857"/>
                  </a:lnTo>
                  <a:lnTo>
                    <a:pt x="202030" y="69760"/>
                  </a:lnTo>
                  <a:lnTo>
                    <a:pt x="252349" y="62991"/>
                  </a:lnTo>
                  <a:lnTo>
                    <a:pt x="504825" y="62991"/>
                  </a:lnTo>
                  <a:lnTo>
                    <a:pt x="504825" y="0"/>
                  </a:lnTo>
                  <a:close/>
                </a:path>
                <a:path w="504825" h="504825">
                  <a:moveTo>
                    <a:pt x="504825" y="62991"/>
                  </a:moveTo>
                  <a:lnTo>
                    <a:pt x="252349" y="62991"/>
                  </a:lnTo>
                  <a:lnTo>
                    <a:pt x="302667" y="69760"/>
                  </a:lnTo>
                  <a:lnTo>
                    <a:pt x="347895" y="88857"/>
                  </a:lnTo>
                  <a:lnTo>
                    <a:pt x="386222" y="118475"/>
                  </a:lnTo>
                  <a:lnTo>
                    <a:pt x="415840" y="156802"/>
                  </a:lnTo>
                  <a:lnTo>
                    <a:pt x="434937" y="202030"/>
                  </a:lnTo>
                  <a:lnTo>
                    <a:pt x="441705" y="252349"/>
                  </a:lnTo>
                  <a:lnTo>
                    <a:pt x="434937" y="302667"/>
                  </a:lnTo>
                  <a:lnTo>
                    <a:pt x="415840" y="347895"/>
                  </a:lnTo>
                  <a:lnTo>
                    <a:pt x="386222" y="386222"/>
                  </a:lnTo>
                  <a:lnTo>
                    <a:pt x="347895" y="415840"/>
                  </a:lnTo>
                  <a:lnTo>
                    <a:pt x="302667" y="434937"/>
                  </a:lnTo>
                  <a:lnTo>
                    <a:pt x="252349" y="441706"/>
                  </a:lnTo>
                  <a:lnTo>
                    <a:pt x="504825" y="441706"/>
                  </a:lnTo>
                  <a:lnTo>
                    <a:pt x="504825" y="62991"/>
                  </a:lnTo>
                  <a:close/>
                </a:path>
              </a:pathLst>
            </a:custGeom>
            <a:solidFill>
              <a:srgbClr val="27CED6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>
              <a:hlinkClick r:id="rId3"/>
            </p:cNvPr>
            <p:cNvSpPr/>
            <p:nvPr/>
          </p:nvSpPr>
          <p:spPr>
            <a:xfrm>
              <a:off x="8602218" y="163068"/>
              <a:ext cx="379095" cy="379095"/>
            </a:xfrm>
            <a:custGeom>
              <a:avLst/>
              <a:gdLst/>
              <a:ahLst/>
              <a:cxnLst/>
              <a:rect l="l" t="t" r="r" b="b"/>
              <a:pathLst>
                <a:path w="379095" h="379095">
                  <a:moveTo>
                    <a:pt x="189356" y="0"/>
                  </a:moveTo>
                  <a:lnTo>
                    <a:pt x="139038" y="6768"/>
                  </a:lnTo>
                  <a:lnTo>
                    <a:pt x="93810" y="25865"/>
                  </a:lnTo>
                  <a:lnTo>
                    <a:pt x="55483" y="55483"/>
                  </a:lnTo>
                  <a:lnTo>
                    <a:pt x="25865" y="93810"/>
                  </a:lnTo>
                  <a:lnTo>
                    <a:pt x="6768" y="139038"/>
                  </a:lnTo>
                  <a:lnTo>
                    <a:pt x="0" y="189357"/>
                  </a:lnTo>
                  <a:lnTo>
                    <a:pt x="6768" y="239675"/>
                  </a:lnTo>
                  <a:lnTo>
                    <a:pt x="25865" y="284903"/>
                  </a:lnTo>
                  <a:lnTo>
                    <a:pt x="55483" y="323230"/>
                  </a:lnTo>
                  <a:lnTo>
                    <a:pt x="93810" y="352848"/>
                  </a:lnTo>
                  <a:lnTo>
                    <a:pt x="139038" y="371945"/>
                  </a:lnTo>
                  <a:lnTo>
                    <a:pt x="189356" y="378714"/>
                  </a:lnTo>
                  <a:lnTo>
                    <a:pt x="239675" y="371945"/>
                  </a:lnTo>
                  <a:lnTo>
                    <a:pt x="284903" y="352848"/>
                  </a:lnTo>
                  <a:lnTo>
                    <a:pt x="312733" y="331343"/>
                  </a:lnTo>
                  <a:lnTo>
                    <a:pt x="118363" y="331343"/>
                  </a:lnTo>
                  <a:lnTo>
                    <a:pt x="118363" y="307721"/>
                  </a:lnTo>
                  <a:lnTo>
                    <a:pt x="153924" y="307721"/>
                  </a:lnTo>
                  <a:lnTo>
                    <a:pt x="153924" y="141986"/>
                  </a:lnTo>
                  <a:lnTo>
                    <a:pt x="118363" y="141986"/>
                  </a:lnTo>
                  <a:lnTo>
                    <a:pt x="118363" y="118364"/>
                  </a:lnTo>
                  <a:lnTo>
                    <a:pt x="363216" y="118364"/>
                  </a:lnTo>
                  <a:lnTo>
                    <a:pt x="352848" y="93810"/>
                  </a:lnTo>
                  <a:lnTo>
                    <a:pt x="344441" y="82931"/>
                  </a:lnTo>
                  <a:lnTo>
                    <a:pt x="189356" y="82931"/>
                  </a:lnTo>
                  <a:lnTo>
                    <a:pt x="175569" y="80125"/>
                  </a:lnTo>
                  <a:lnTo>
                    <a:pt x="164306" y="72485"/>
                  </a:lnTo>
                  <a:lnTo>
                    <a:pt x="156710" y="61178"/>
                  </a:lnTo>
                  <a:lnTo>
                    <a:pt x="153924" y="47371"/>
                  </a:lnTo>
                  <a:lnTo>
                    <a:pt x="156710" y="33583"/>
                  </a:lnTo>
                  <a:lnTo>
                    <a:pt x="164306" y="22320"/>
                  </a:lnTo>
                  <a:lnTo>
                    <a:pt x="175569" y="14724"/>
                  </a:lnTo>
                  <a:lnTo>
                    <a:pt x="189356" y="11937"/>
                  </a:lnTo>
                  <a:lnTo>
                    <a:pt x="251919" y="11937"/>
                  </a:lnTo>
                  <a:lnTo>
                    <a:pt x="239675" y="6768"/>
                  </a:lnTo>
                  <a:lnTo>
                    <a:pt x="189356" y="0"/>
                  </a:lnTo>
                  <a:close/>
                </a:path>
                <a:path w="379095" h="379095">
                  <a:moveTo>
                    <a:pt x="363216" y="118364"/>
                  </a:moveTo>
                  <a:lnTo>
                    <a:pt x="224916" y="118364"/>
                  </a:lnTo>
                  <a:lnTo>
                    <a:pt x="224916" y="307721"/>
                  </a:lnTo>
                  <a:lnTo>
                    <a:pt x="260350" y="307721"/>
                  </a:lnTo>
                  <a:lnTo>
                    <a:pt x="260350" y="331343"/>
                  </a:lnTo>
                  <a:lnTo>
                    <a:pt x="312733" y="331343"/>
                  </a:lnTo>
                  <a:lnTo>
                    <a:pt x="323230" y="323230"/>
                  </a:lnTo>
                  <a:lnTo>
                    <a:pt x="352848" y="284903"/>
                  </a:lnTo>
                  <a:lnTo>
                    <a:pt x="371945" y="239675"/>
                  </a:lnTo>
                  <a:lnTo>
                    <a:pt x="378713" y="189357"/>
                  </a:lnTo>
                  <a:lnTo>
                    <a:pt x="371945" y="139038"/>
                  </a:lnTo>
                  <a:lnTo>
                    <a:pt x="363216" y="118364"/>
                  </a:lnTo>
                  <a:close/>
                </a:path>
                <a:path w="379095" h="379095">
                  <a:moveTo>
                    <a:pt x="251919" y="11937"/>
                  </a:moveTo>
                  <a:lnTo>
                    <a:pt x="189356" y="11937"/>
                  </a:lnTo>
                  <a:lnTo>
                    <a:pt x="203164" y="14724"/>
                  </a:lnTo>
                  <a:lnTo>
                    <a:pt x="214471" y="22320"/>
                  </a:lnTo>
                  <a:lnTo>
                    <a:pt x="222111" y="33583"/>
                  </a:lnTo>
                  <a:lnTo>
                    <a:pt x="224916" y="47371"/>
                  </a:lnTo>
                  <a:lnTo>
                    <a:pt x="222111" y="61178"/>
                  </a:lnTo>
                  <a:lnTo>
                    <a:pt x="214471" y="72485"/>
                  </a:lnTo>
                  <a:lnTo>
                    <a:pt x="203164" y="80125"/>
                  </a:lnTo>
                  <a:lnTo>
                    <a:pt x="189356" y="82931"/>
                  </a:lnTo>
                  <a:lnTo>
                    <a:pt x="344441" y="82931"/>
                  </a:lnTo>
                  <a:lnTo>
                    <a:pt x="323230" y="55483"/>
                  </a:lnTo>
                  <a:lnTo>
                    <a:pt x="284903" y="25865"/>
                  </a:lnTo>
                  <a:lnTo>
                    <a:pt x="251919" y="11937"/>
                  </a:lnTo>
                  <a:close/>
                </a:path>
              </a:pathLst>
            </a:custGeom>
            <a:solidFill>
              <a:srgbClr val="177B81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object 8">
              <a:hlinkClick r:id="rId3"/>
            </p:cNvPr>
            <p:cNvSpPr/>
            <p:nvPr/>
          </p:nvSpPr>
          <p:spPr>
            <a:xfrm>
              <a:off x="8720582" y="175006"/>
              <a:ext cx="142240" cy="319405"/>
            </a:xfrm>
            <a:custGeom>
              <a:avLst/>
              <a:gdLst/>
              <a:ahLst/>
              <a:cxnLst/>
              <a:rect l="l" t="t" r="r" b="b"/>
              <a:pathLst>
                <a:path w="142240" h="319405">
                  <a:moveTo>
                    <a:pt x="70993" y="0"/>
                  </a:moveTo>
                  <a:lnTo>
                    <a:pt x="57205" y="2786"/>
                  </a:lnTo>
                  <a:lnTo>
                    <a:pt x="45942" y="10382"/>
                  </a:lnTo>
                  <a:lnTo>
                    <a:pt x="38346" y="21645"/>
                  </a:lnTo>
                  <a:lnTo>
                    <a:pt x="35560" y="35433"/>
                  </a:lnTo>
                  <a:lnTo>
                    <a:pt x="38346" y="49240"/>
                  </a:lnTo>
                  <a:lnTo>
                    <a:pt x="45942" y="60547"/>
                  </a:lnTo>
                  <a:lnTo>
                    <a:pt x="57205" y="68187"/>
                  </a:lnTo>
                  <a:lnTo>
                    <a:pt x="70993" y="70993"/>
                  </a:lnTo>
                  <a:lnTo>
                    <a:pt x="84800" y="68187"/>
                  </a:lnTo>
                  <a:lnTo>
                    <a:pt x="96107" y="60547"/>
                  </a:lnTo>
                  <a:lnTo>
                    <a:pt x="103747" y="49240"/>
                  </a:lnTo>
                  <a:lnTo>
                    <a:pt x="106552" y="35433"/>
                  </a:lnTo>
                  <a:lnTo>
                    <a:pt x="103747" y="21645"/>
                  </a:lnTo>
                  <a:lnTo>
                    <a:pt x="96107" y="10382"/>
                  </a:lnTo>
                  <a:lnTo>
                    <a:pt x="84800" y="2786"/>
                  </a:lnTo>
                  <a:lnTo>
                    <a:pt x="70993" y="0"/>
                  </a:lnTo>
                  <a:close/>
                </a:path>
                <a:path w="142240" h="319405">
                  <a:moveTo>
                    <a:pt x="141986" y="295783"/>
                  </a:moveTo>
                  <a:lnTo>
                    <a:pt x="0" y="295783"/>
                  </a:lnTo>
                  <a:lnTo>
                    <a:pt x="0" y="319405"/>
                  </a:lnTo>
                  <a:lnTo>
                    <a:pt x="141986" y="319405"/>
                  </a:lnTo>
                  <a:lnTo>
                    <a:pt x="141986" y="295783"/>
                  </a:lnTo>
                  <a:close/>
                </a:path>
                <a:path w="142240" h="319405">
                  <a:moveTo>
                    <a:pt x="106552" y="106426"/>
                  </a:moveTo>
                  <a:lnTo>
                    <a:pt x="0" y="106426"/>
                  </a:lnTo>
                  <a:lnTo>
                    <a:pt x="0" y="130048"/>
                  </a:lnTo>
                  <a:lnTo>
                    <a:pt x="35560" y="130048"/>
                  </a:lnTo>
                  <a:lnTo>
                    <a:pt x="35560" y="295783"/>
                  </a:lnTo>
                  <a:lnTo>
                    <a:pt x="106552" y="295783"/>
                  </a:lnTo>
                  <a:lnTo>
                    <a:pt x="106552" y="106426"/>
                  </a:lnTo>
                  <a:close/>
                </a:path>
              </a:pathLst>
            </a:custGeom>
            <a:solidFill>
              <a:srgbClr val="7CE1E7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object 9">
              <a:hlinkClick r:id="rId3"/>
            </p:cNvPr>
            <p:cNvSpPr/>
            <p:nvPr/>
          </p:nvSpPr>
          <p:spPr>
            <a:xfrm>
              <a:off x="8539226" y="100076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0" y="0"/>
                  </a:moveTo>
                  <a:lnTo>
                    <a:pt x="504825" y="0"/>
                  </a:lnTo>
                  <a:lnTo>
                    <a:pt x="504825" y="504825"/>
                  </a:lnTo>
                  <a:lnTo>
                    <a:pt x="0" y="504825"/>
                  </a:lnTo>
                  <a:lnTo>
                    <a:pt x="0" y="0"/>
                  </a:lnTo>
                  <a:close/>
                </a:path>
                <a:path w="504825" h="504825">
                  <a:moveTo>
                    <a:pt x="252349" y="62991"/>
                  </a:moveTo>
                  <a:lnTo>
                    <a:pt x="302667" y="69760"/>
                  </a:lnTo>
                  <a:lnTo>
                    <a:pt x="347895" y="88857"/>
                  </a:lnTo>
                  <a:lnTo>
                    <a:pt x="386222" y="118475"/>
                  </a:lnTo>
                  <a:lnTo>
                    <a:pt x="415840" y="156802"/>
                  </a:lnTo>
                  <a:lnTo>
                    <a:pt x="434937" y="202030"/>
                  </a:lnTo>
                  <a:lnTo>
                    <a:pt x="441705" y="252349"/>
                  </a:lnTo>
                  <a:lnTo>
                    <a:pt x="434937" y="302667"/>
                  </a:lnTo>
                  <a:lnTo>
                    <a:pt x="415840" y="347895"/>
                  </a:lnTo>
                  <a:lnTo>
                    <a:pt x="386222" y="386222"/>
                  </a:lnTo>
                  <a:lnTo>
                    <a:pt x="347895" y="415840"/>
                  </a:lnTo>
                  <a:lnTo>
                    <a:pt x="302667" y="434937"/>
                  </a:lnTo>
                  <a:lnTo>
                    <a:pt x="252349" y="441706"/>
                  </a:lnTo>
                  <a:lnTo>
                    <a:pt x="202030" y="434937"/>
                  </a:lnTo>
                  <a:lnTo>
                    <a:pt x="156802" y="415840"/>
                  </a:lnTo>
                  <a:lnTo>
                    <a:pt x="118475" y="386222"/>
                  </a:lnTo>
                  <a:lnTo>
                    <a:pt x="88857" y="347895"/>
                  </a:lnTo>
                  <a:lnTo>
                    <a:pt x="69760" y="302667"/>
                  </a:lnTo>
                  <a:lnTo>
                    <a:pt x="62992" y="252349"/>
                  </a:lnTo>
                  <a:lnTo>
                    <a:pt x="69760" y="202030"/>
                  </a:lnTo>
                  <a:lnTo>
                    <a:pt x="88857" y="156802"/>
                  </a:lnTo>
                  <a:lnTo>
                    <a:pt x="118475" y="118475"/>
                  </a:lnTo>
                  <a:lnTo>
                    <a:pt x="156802" y="88857"/>
                  </a:lnTo>
                  <a:lnTo>
                    <a:pt x="202030" y="69760"/>
                  </a:lnTo>
                  <a:lnTo>
                    <a:pt x="252349" y="62991"/>
                  </a:lnTo>
                  <a:close/>
                </a:path>
                <a:path w="504825" h="504825">
                  <a:moveTo>
                    <a:pt x="252349" y="62991"/>
                  </a:moveTo>
                  <a:lnTo>
                    <a:pt x="302667" y="69760"/>
                  </a:lnTo>
                  <a:lnTo>
                    <a:pt x="347895" y="88857"/>
                  </a:lnTo>
                  <a:lnTo>
                    <a:pt x="386222" y="118475"/>
                  </a:lnTo>
                  <a:lnTo>
                    <a:pt x="415840" y="156802"/>
                  </a:lnTo>
                  <a:lnTo>
                    <a:pt x="434937" y="202030"/>
                  </a:lnTo>
                  <a:lnTo>
                    <a:pt x="441705" y="252349"/>
                  </a:lnTo>
                  <a:lnTo>
                    <a:pt x="434937" y="302667"/>
                  </a:lnTo>
                  <a:lnTo>
                    <a:pt x="415840" y="347895"/>
                  </a:lnTo>
                  <a:lnTo>
                    <a:pt x="386222" y="386222"/>
                  </a:lnTo>
                  <a:lnTo>
                    <a:pt x="347895" y="415840"/>
                  </a:lnTo>
                  <a:lnTo>
                    <a:pt x="302667" y="434937"/>
                  </a:lnTo>
                  <a:lnTo>
                    <a:pt x="252349" y="441706"/>
                  </a:lnTo>
                  <a:lnTo>
                    <a:pt x="202030" y="434937"/>
                  </a:lnTo>
                  <a:lnTo>
                    <a:pt x="156802" y="415840"/>
                  </a:lnTo>
                  <a:lnTo>
                    <a:pt x="118475" y="386222"/>
                  </a:lnTo>
                  <a:lnTo>
                    <a:pt x="88857" y="347895"/>
                  </a:lnTo>
                  <a:lnTo>
                    <a:pt x="69760" y="302667"/>
                  </a:lnTo>
                  <a:lnTo>
                    <a:pt x="62992" y="252349"/>
                  </a:lnTo>
                  <a:lnTo>
                    <a:pt x="69760" y="202030"/>
                  </a:lnTo>
                  <a:lnTo>
                    <a:pt x="88857" y="156802"/>
                  </a:lnTo>
                  <a:lnTo>
                    <a:pt x="118475" y="118475"/>
                  </a:lnTo>
                  <a:lnTo>
                    <a:pt x="156802" y="88857"/>
                  </a:lnTo>
                  <a:lnTo>
                    <a:pt x="202030" y="69760"/>
                  </a:lnTo>
                  <a:lnTo>
                    <a:pt x="252349" y="62991"/>
                  </a:lnTo>
                  <a:close/>
                </a:path>
              </a:pathLst>
            </a:custGeom>
            <a:ln w="25400">
              <a:solidFill>
                <a:srgbClr val="1C959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0" name="object 10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07882" y="162306"/>
              <a:ext cx="167386" cy="344805"/>
            </a:xfrm>
            <a:prstGeom prst="rect">
              <a:avLst/>
            </a:prstGeom>
          </p:spPr>
        </p:pic>
        <p:sp>
          <p:nvSpPr>
            <p:cNvPr id="11" name="object 11">
              <a:hlinkClick r:id="rId3"/>
            </p:cNvPr>
            <p:cNvSpPr/>
            <p:nvPr/>
          </p:nvSpPr>
          <p:spPr>
            <a:xfrm>
              <a:off x="8539226" y="100076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252349" y="62991"/>
                  </a:moveTo>
                  <a:lnTo>
                    <a:pt x="302667" y="69760"/>
                  </a:lnTo>
                  <a:lnTo>
                    <a:pt x="347895" y="88857"/>
                  </a:lnTo>
                  <a:lnTo>
                    <a:pt x="386222" y="118475"/>
                  </a:lnTo>
                  <a:lnTo>
                    <a:pt x="415840" y="156802"/>
                  </a:lnTo>
                  <a:lnTo>
                    <a:pt x="434937" y="202030"/>
                  </a:lnTo>
                  <a:lnTo>
                    <a:pt x="441705" y="252349"/>
                  </a:lnTo>
                  <a:lnTo>
                    <a:pt x="434937" y="302667"/>
                  </a:lnTo>
                  <a:lnTo>
                    <a:pt x="415840" y="347895"/>
                  </a:lnTo>
                  <a:lnTo>
                    <a:pt x="386222" y="386222"/>
                  </a:lnTo>
                  <a:lnTo>
                    <a:pt x="347895" y="415840"/>
                  </a:lnTo>
                  <a:lnTo>
                    <a:pt x="302667" y="434937"/>
                  </a:lnTo>
                  <a:lnTo>
                    <a:pt x="252349" y="441706"/>
                  </a:lnTo>
                  <a:lnTo>
                    <a:pt x="202030" y="434937"/>
                  </a:lnTo>
                  <a:lnTo>
                    <a:pt x="156802" y="415840"/>
                  </a:lnTo>
                  <a:lnTo>
                    <a:pt x="118475" y="386222"/>
                  </a:lnTo>
                  <a:lnTo>
                    <a:pt x="88857" y="347895"/>
                  </a:lnTo>
                  <a:lnTo>
                    <a:pt x="69760" y="302667"/>
                  </a:lnTo>
                  <a:lnTo>
                    <a:pt x="62992" y="252349"/>
                  </a:lnTo>
                  <a:lnTo>
                    <a:pt x="69760" y="202030"/>
                  </a:lnTo>
                  <a:lnTo>
                    <a:pt x="88857" y="156802"/>
                  </a:lnTo>
                  <a:lnTo>
                    <a:pt x="118475" y="118475"/>
                  </a:lnTo>
                  <a:lnTo>
                    <a:pt x="156802" y="88857"/>
                  </a:lnTo>
                  <a:lnTo>
                    <a:pt x="202030" y="69760"/>
                  </a:lnTo>
                  <a:lnTo>
                    <a:pt x="252349" y="62991"/>
                  </a:lnTo>
                  <a:close/>
                </a:path>
                <a:path w="504825" h="504825">
                  <a:moveTo>
                    <a:pt x="252349" y="74929"/>
                  </a:moveTo>
                  <a:lnTo>
                    <a:pt x="266156" y="77716"/>
                  </a:lnTo>
                  <a:lnTo>
                    <a:pt x="277463" y="85312"/>
                  </a:lnTo>
                  <a:lnTo>
                    <a:pt x="285103" y="96575"/>
                  </a:lnTo>
                  <a:lnTo>
                    <a:pt x="287908" y="110362"/>
                  </a:lnTo>
                  <a:lnTo>
                    <a:pt x="285103" y="124170"/>
                  </a:lnTo>
                  <a:lnTo>
                    <a:pt x="277463" y="135477"/>
                  </a:lnTo>
                  <a:lnTo>
                    <a:pt x="266156" y="143117"/>
                  </a:lnTo>
                  <a:lnTo>
                    <a:pt x="252349" y="145923"/>
                  </a:lnTo>
                  <a:lnTo>
                    <a:pt x="238561" y="143117"/>
                  </a:lnTo>
                  <a:lnTo>
                    <a:pt x="227298" y="135477"/>
                  </a:lnTo>
                  <a:lnTo>
                    <a:pt x="219702" y="124170"/>
                  </a:lnTo>
                  <a:lnTo>
                    <a:pt x="216916" y="110362"/>
                  </a:lnTo>
                  <a:lnTo>
                    <a:pt x="219702" y="96575"/>
                  </a:lnTo>
                  <a:lnTo>
                    <a:pt x="227298" y="85312"/>
                  </a:lnTo>
                  <a:lnTo>
                    <a:pt x="238561" y="77716"/>
                  </a:lnTo>
                  <a:lnTo>
                    <a:pt x="252349" y="74929"/>
                  </a:lnTo>
                </a:path>
                <a:path w="504825" h="504825">
                  <a:moveTo>
                    <a:pt x="181355" y="181356"/>
                  </a:moveTo>
                  <a:lnTo>
                    <a:pt x="287908" y="181356"/>
                  </a:lnTo>
                  <a:lnTo>
                    <a:pt x="287908" y="370713"/>
                  </a:lnTo>
                  <a:lnTo>
                    <a:pt x="323342" y="370713"/>
                  </a:lnTo>
                  <a:lnTo>
                    <a:pt x="323342" y="394335"/>
                  </a:lnTo>
                  <a:lnTo>
                    <a:pt x="181355" y="394335"/>
                  </a:lnTo>
                  <a:lnTo>
                    <a:pt x="181355" y="370713"/>
                  </a:lnTo>
                  <a:lnTo>
                    <a:pt x="216916" y="370713"/>
                  </a:lnTo>
                  <a:lnTo>
                    <a:pt x="216916" y="204977"/>
                  </a:lnTo>
                  <a:lnTo>
                    <a:pt x="181355" y="204977"/>
                  </a:lnTo>
                  <a:lnTo>
                    <a:pt x="181355" y="181356"/>
                  </a:lnTo>
                  <a:close/>
                </a:path>
                <a:path w="504825" h="504825">
                  <a:moveTo>
                    <a:pt x="0" y="504825"/>
                  </a:moveTo>
                  <a:lnTo>
                    <a:pt x="504825" y="504825"/>
                  </a:lnTo>
                  <a:lnTo>
                    <a:pt x="504825" y="0"/>
                  </a:lnTo>
                  <a:lnTo>
                    <a:pt x="0" y="0"/>
                  </a:lnTo>
                  <a:lnTo>
                    <a:pt x="0" y="504825"/>
                  </a:lnTo>
                  <a:close/>
                </a:path>
              </a:pathLst>
            </a:custGeom>
            <a:ln w="25400">
              <a:solidFill>
                <a:srgbClr val="1C959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11368702" y="916602"/>
            <a:ext cx="706967" cy="706967"/>
            <a:chOff x="8526526" y="687451"/>
            <a:chExt cx="530225" cy="530225"/>
          </a:xfrm>
        </p:grpSpPr>
        <p:sp>
          <p:nvSpPr>
            <p:cNvPr id="13" name="object 13">
              <a:hlinkClick r:id="rId5"/>
            </p:cNvPr>
            <p:cNvSpPr/>
            <p:nvPr/>
          </p:nvSpPr>
          <p:spPr>
            <a:xfrm>
              <a:off x="8539226" y="700151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504825" y="0"/>
                  </a:moveTo>
                  <a:lnTo>
                    <a:pt x="0" y="0"/>
                  </a:lnTo>
                  <a:lnTo>
                    <a:pt x="0" y="504825"/>
                  </a:lnTo>
                  <a:lnTo>
                    <a:pt x="504825" y="504825"/>
                  </a:lnTo>
                  <a:lnTo>
                    <a:pt x="504825" y="441706"/>
                  </a:lnTo>
                  <a:lnTo>
                    <a:pt x="252349" y="441706"/>
                  </a:lnTo>
                  <a:lnTo>
                    <a:pt x="202030" y="434937"/>
                  </a:lnTo>
                  <a:lnTo>
                    <a:pt x="156802" y="415840"/>
                  </a:lnTo>
                  <a:lnTo>
                    <a:pt x="118475" y="386222"/>
                  </a:lnTo>
                  <a:lnTo>
                    <a:pt x="88857" y="347895"/>
                  </a:lnTo>
                  <a:lnTo>
                    <a:pt x="69760" y="302667"/>
                  </a:lnTo>
                  <a:lnTo>
                    <a:pt x="62992" y="252349"/>
                  </a:lnTo>
                  <a:lnTo>
                    <a:pt x="69760" y="202030"/>
                  </a:lnTo>
                  <a:lnTo>
                    <a:pt x="88857" y="156802"/>
                  </a:lnTo>
                  <a:lnTo>
                    <a:pt x="118475" y="118475"/>
                  </a:lnTo>
                  <a:lnTo>
                    <a:pt x="156802" y="88857"/>
                  </a:lnTo>
                  <a:lnTo>
                    <a:pt x="202030" y="69760"/>
                  </a:lnTo>
                  <a:lnTo>
                    <a:pt x="252349" y="62991"/>
                  </a:lnTo>
                  <a:lnTo>
                    <a:pt x="504825" y="62991"/>
                  </a:lnTo>
                  <a:lnTo>
                    <a:pt x="504825" y="0"/>
                  </a:lnTo>
                  <a:close/>
                </a:path>
                <a:path w="504825" h="504825">
                  <a:moveTo>
                    <a:pt x="504825" y="62991"/>
                  </a:moveTo>
                  <a:lnTo>
                    <a:pt x="252349" y="62991"/>
                  </a:lnTo>
                  <a:lnTo>
                    <a:pt x="302667" y="69760"/>
                  </a:lnTo>
                  <a:lnTo>
                    <a:pt x="347895" y="88857"/>
                  </a:lnTo>
                  <a:lnTo>
                    <a:pt x="386222" y="118475"/>
                  </a:lnTo>
                  <a:lnTo>
                    <a:pt x="415840" y="156802"/>
                  </a:lnTo>
                  <a:lnTo>
                    <a:pt x="434937" y="202030"/>
                  </a:lnTo>
                  <a:lnTo>
                    <a:pt x="441705" y="252349"/>
                  </a:lnTo>
                  <a:lnTo>
                    <a:pt x="434937" y="302667"/>
                  </a:lnTo>
                  <a:lnTo>
                    <a:pt x="415840" y="347895"/>
                  </a:lnTo>
                  <a:lnTo>
                    <a:pt x="386222" y="386222"/>
                  </a:lnTo>
                  <a:lnTo>
                    <a:pt x="347895" y="415840"/>
                  </a:lnTo>
                  <a:lnTo>
                    <a:pt x="302667" y="434937"/>
                  </a:lnTo>
                  <a:lnTo>
                    <a:pt x="252349" y="441706"/>
                  </a:lnTo>
                  <a:lnTo>
                    <a:pt x="504825" y="441706"/>
                  </a:lnTo>
                  <a:lnTo>
                    <a:pt x="504825" y="62991"/>
                  </a:lnTo>
                  <a:close/>
                </a:path>
              </a:pathLst>
            </a:custGeom>
            <a:solidFill>
              <a:srgbClr val="27CED6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object 14">
              <a:hlinkClick r:id="rId5"/>
            </p:cNvPr>
            <p:cNvSpPr/>
            <p:nvPr/>
          </p:nvSpPr>
          <p:spPr>
            <a:xfrm>
              <a:off x="8602218" y="763143"/>
              <a:ext cx="379095" cy="379095"/>
            </a:xfrm>
            <a:custGeom>
              <a:avLst/>
              <a:gdLst/>
              <a:ahLst/>
              <a:cxnLst/>
              <a:rect l="l" t="t" r="r" b="b"/>
              <a:pathLst>
                <a:path w="379095" h="379094">
                  <a:moveTo>
                    <a:pt x="189356" y="0"/>
                  </a:moveTo>
                  <a:lnTo>
                    <a:pt x="139038" y="6768"/>
                  </a:lnTo>
                  <a:lnTo>
                    <a:pt x="93810" y="25865"/>
                  </a:lnTo>
                  <a:lnTo>
                    <a:pt x="55483" y="55483"/>
                  </a:lnTo>
                  <a:lnTo>
                    <a:pt x="25865" y="93810"/>
                  </a:lnTo>
                  <a:lnTo>
                    <a:pt x="6768" y="139038"/>
                  </a:lnTo>
                  <a:lnTo>
                    <a:pt x="0" y="189357"/>
                  </a:lnTo>
                  <a:lnTo>
                    <a:pt x="6768" y="239675"/>
                  </a:lnTo>
                  <a:lnTo>
                    <a:pt x="25865" y="284903"/>
                  </a:lnTo>
                  <a:lnTo>
                    <a:pt x="55483" y="323230"/>
                  </a:lnTo>
                  <a:lnTo>
                    <a:pt x="93810" y="352848"/>
                  </a:lnTo>
                  <a:lnTo>
                    <a:pt x="139038" y="371945"/>
                  </a:lnTo>
                  <a:lnTo>
                    <a:pt x="189356" y="378714"/>
                  </a:lnTo>
                  <a:lnTo>
                    <a:pt x="239675" y="371945"/>
                  </a:lnTo>
                  <a:lnTo>
                    <a:pt x="284903" y="352848"/>
                  </a:lnTo>
                  <a:lnTo>
                    <a:pt x="312733" y="331343"/>
                  </a:lnTo>
                  <a:lnTo>
                    <a:pt x="118363" y="331343"/>
                  </a:lnTo>
                  <a:lnTo>
                    <a:pt x="118363" y="307721"/>
                  </a:lnTo>
                  <a:lnTo>
                    <a:pt x="153924" y="307721"/>
                  </a:lnTo>
                  <a:lnTo>
                    <a:pt x="153924" y="141986"/>
                  </a:lnTo>
                  <a:lnTo>
                    <a:pt x="118363" y="141986"/>
                  </a:lnTo>
                  <a:lnTo>
                    <a:pt x="118363" y="118364"/>
                  </a:lnTo>
                  <a:lnTo>
                    <a:pt x="363216" y="118364"/>
                  </a:lnTo>
                  <a:lnTo>
                    <a:pt x="352848" y="93810"/>
                  </a:lnTo>
                  <a:lnTo>
                    <a:pt x="344441" y="82931"/>
                  </a:lnTo>
                  <a:lnTo>
                    <a:pt x="189356" y="82931"/>
                  </a:lnTo>
                  <a:lnTo>
                    <a:pt x="175569" y="80125"/>
                  </a:lnTo>
                  <a:lnTo>
                    <a:pt x="164306" y="72485"/>
                  </a:lnTo>
                  <a:lnTo>
                    <a:pt x="156710" y="61178"/>
                  </a:lnTo>
                  <a:lnTo>
                    <a:pt x="153924" y="47371"/>
                  </a:lnTo>
                  <a:lnTo>
                    <a:pt x="156710" y="33583"/>
                  </a:lnTo>
                  <a:lnTo>
                    <a:pt x="164306" y="22320"/>
                  </a:lnTo>
                  <a:lnTo>
                    <a:pt x="175569" y="14724"/>
                  </a:lnTo>
                  <a:lnTo>
                    <a:pt x="189356" y="11937"/>
                  </a:lnTo>
                  <a:lnTo>
                    <a:pt x="251919" y="11937"/>
                  </a:lnTo>
                  <a:lnTo>
                    <a:pt x="239675" y="6768"/>
                  </a:lnTo>
                  <a:lnTo>
                    <a:pt x="189356" y="0"/>
                  </a:lnTo>
                  <a:close/>
                </a:path>
                <a:path w="379095" h="379094">
                  <a:moveTo>
                    <a:pt x="363216" y="118364"/>
                  </a:moveTo>
                  <a:lnTo>
                    <a:pt x="224916" y="118364"/>
                  </a:lnTo>
                  <a:lnTo>
                    <a:pt x="224916" y="307721"/>
                  </a:lnTo>
                  <a:lnTo>
                    <a:pt x="260350" y="307721"/>
                  </a:lnTo>
                  <a:lnTo>
                    <a:pt x="260350" y="331343"/>
                  </a:lnTo>
                  <a:lnTo>
                    <a:pt x="312733" y="331343"/>
                  </a:lnTo>
                  <a:lnTo>
                    <a:pt x="323230" y="323230"/>
                  </a:lnTo>
                  <a:lnTo>
                    <a:pt x="352848" y="284903"/>
                  </a:lnTo>
                  <a:lnTo>
                    <a:pt x="371945" y="239675"/>
                  </a:lnTo>
                  <a:lnTo>
                    <a:pt x="378713" y="189357"/>
                  </a:lnTo>
                  <a:lnTo>
                    <a:pt x="371945" y="139038"/>
                  </a:lnTo>
                  <a:lnTo>
                    <a:pt x="363216" y="118364"/>
                  </a:lnTo>
                  <a:close/>
                </a:path>
                <a:path w="379095" h="379094">
                  <a:moveTo>
                    <a:pt x="251919" y="11937"/>
                  </a:moveTo>
                  <a:lnTo>
                    <a:pt x="189356" y="11937"/>
                  </a:lnTo>
                  <a:lnTo>
                    <a:pt x="203164" y="14724"/>
                  </a:lnTo>
                  <a:lnTo>
                    <a:pt x="214471" y="22320"/>
                  </a:lnTo>
                  <a:lnTo>
                    <a:pt x="222111" y="33583"/>
                  </a:lnTo>
                  <a:lnTo>
                    <a:pt x="224916" y="47371"/>
                  </a:lnTo>
                  <a:lnTo>
                    <a:pt x="222111" y="61178"/>
                  </a:lnTo>
                  <a:lnTo>
                    <a:pt x="214471" y="72485"/>
                  </a:lnTo>
                  <a:lnTo>
                    <a:pt x="203164" y="80125"/>
                  </a:lnTo>
                  <a:lnTo>
                    <a:pt x="189356" y="82931"/>
                  </a:lnTo>
                  <a:lnTo>
                    <a:pt x="344441" y="82931"/>
                  </a:lnTo>
                  <a:lnTo>
                    <a:pt x="323230" y="55483"/>
                  </a:lnTo>
                  <a:lnTo>
                    <a:pt x="284903" y="25865"/>
                  </a:lnTo>
                  <a:lnTo>
                    <a:pt x="251919" y="11937"/>
                  </a:lnTo>
                  <a:close/>
                </a:path>
              </a:pathLst>
            </a:custGeom>
            <a:solidFill>
              <a:srgbClr val="177B81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object 15">
              <a:hlinkClick r:id="rId5"/>
            </p:cNvPr>
            <p:cNvSpPr/>
            <p:nvPr/>
          </p:nvSpPr>
          <p:spPr>
            <a:xfrm>
              <a:off x="8720582" y="775081"/>
              <a:ext cx="142240" cy="319405"/>
            </a:xfrm>
            <a:custGeom>
              <a:avLst/>
              <a:gdLst/>
              <a:ahLst/>
              <a:cxnLst/>
              <a:rect l="l" t="t" r="r" b="b"/>
              <a:pathLst>
                <a:path w="142240" h="319405">
                  <a:moveTo>
                    <a:pt x="70993" y="0"/>
                  </a:moveTo>
                  <a:lnTo>
                    <a:pt x="57205" y="2786"/>
                  </a:lnTo>
                  <a:lnTo>
                    <a:pt x="45942" y="10382"/>
                  </a:lnTo>
                  <a:lnTo>
                    <a:pt x="38346" y="21645"/>
                  </a:lnTo>
                  <a:lnTo>
                    <a:pt x="35560" y="35433"/>
                  </a:lnTo>
                  <a:lnTo>
                    <a:pt x="38346" y="49240"/>
                  </a:lnTo>
                  <a:lnTo>
                    <a:pt x="45942" y="60547"/>
                  </a:lnTo>
                  <a:lnTo>
                    <a:pt x="57205" y="68187"/>
                  </a:lnTo>
                  <a:lnTo>
                    <a:pt x="70993" y="70993"/>
                  </a:lnTo>
                  <a:lnTo>
                    <a:pt x="84800" y="68187"/>
                  </a:lnTo>
                  <a:lnTo>
                    <a:pt x="96107" y="60547"/>
                  </a:lnTo>
                  <a:lnTo>
                    <a:pt x="103747" y="49240"/>
                  </a:lnTo>
                  <a:lnTo>
                    <a:pt x="106552" y="35433"/>
                  </a:lnTo>
                  <a:lnTo>
                    <a:pt x="103747" y="21645"/>
                  </a:lnTo>
                  <a:lnTo>
                    <a:pt x="96107" y="10382"/>
                  </a:lnTo>
                  <a:lnTo>
                    <a:pt x="84800" y="2786"/>
                  </a:lnTo>
                  <a:lnTo>
                    <a:pt x="70993" y="0"/>
                  </a:lnTo>
                  <a:close/>
                </a:path>
                <a:path w="142240" h="319405">
                  <a:moveTo>
                    <a:pt x="141986" y="295783"/>
                  </a:moveTo>
                  <a:lnTo>
                    <a:pt x="0" y="295783"/>
                  </a:lnTo>
                  <a:lnTo>
                    <a:pt x="0" y="319405"/>
                  </a:lnTo>
                  <a:lnTo>
                    <a:pt x="141986" y="319405"/>
                  </a:lnTo>
                  <a:lnTo>
                    <a:pt x="141986" y="295783"/>
                  </a:lnTo>
                  <a:close/>
                </a:path>
                <a:path w="142240" h="319405">
                  <a:moveTo>
                    <a:pt x="106552" y="106426"/>
                  </a:moveTo>
                  <a:lnTo>
                    <a:pt x="0" y="106426"/>
                  </a:lnTo>
                  <a:lnTo>
                    <a:pt x="0" y="130048"/>
                  </a:lnTo>
                  <a:lnTo>
                    <a:pt x="35560" y="130048"/>
                  </a:lnTo>
                  <a:lnTo>
                    <a:pt x="35560" y="295783"/>
                  </a:lnTo>
                  <a:lnTo>
                    <a:pt x="106552" y="295783"/>
                  </a:lnTo>
                  <a:lnTo>
                    <a:pt x="106552" y="106426"/>
                  </a:lnTo>
                  <a:close/>
                </a:path>
              </a:pathLst>
            </a:custGeom>
            <a:solidFill>
              <a:srgbClr val="7CE1E7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16">
              <a:hlinkClick r:id="rId5"/>
            </p:cNvPr>
            <p:cNvSpPr/>
            <p:nvPr/>
          </p:nvSpPr>
          <p:spPr>
            <a:xfrm>
              <a:off x="8539226" y="700151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0" y="0"/>
                  </a:moveTo>
                  <a:lnTo>
                    <a:pt x="504825" y="0"/>
                  </a:lnTo>
                  <a:lnTo>
                    <a:pt x="504825" y="504825"/>
                  </a:lnTo>
                  <a:lnTo>
                    <a:pt x="0" y="504825"/>
                  </a:lnTo>
                  <a:lnTo>
                    <a:pt x="0" y="0"/>
                  </a:lnTo>
                  <a:close/>
                </a:path>
                <a:path w="504825" h="504825">
                  <a:moveTo>
                    <a:pt x="252349" y="62991"/>
                  </a:moveTo>
                  <a:lnTo>
                    <a:pt x="302667" y="69760"/>
                  </a:lnTo>
                  <a:lnTo>
                    <a:pt x="347895" y="88857"/>
                  </a:lnTo>
                  <a:lnTo>
                    <a:pt x="386222" y="118475"/>
                  </a:lnTo>
                  <a:lnTo>
                    <a:pt x="415840" y="156802"/>
                  </a:lnTo>
                  <a:lnTo>
                    <a:pt x="434937" y="202030"/>
                  </a:lnTo>
                  <a:lnTo>
                    <a:pt x="441705" y="252349"/>
                  </a:lnTo>
                  <a:lnTo>
                    <a:pt x="434937" y="302667"/>
                  </a:lnTo>
                  <a:lnTo>
                    <a:pt x="415840" y="347895"/>
                  </a:lnTo>
                  <a:lnTo>
                    <a:pt x="386222" y="386222"/>
                  </a:lnTo>
                  <a:lnTo>
                    <a:pt x="347895" y="415840"/>
                  </a:lnTo>
                  <a:lnTo>
                    <a:pt x="302667" y="434937"/>
                  </a:lnTo>
                  <a:lnTo>
                    <a:pt x="252349" y="441706"/>
                  </a:lnTo>
                  <a:lnTo>
                    <a:pt x="202030" y="434937"/>
                  </a:lnTo>
                  <a:lnTo>
                    <a:pt x="156802" y="415840"/>
                  </a:lnTo>
                  <a:lnTo>
                    <a:pt x="118475" y="386222"/>
                  </a:lnTo>
                  <a:lnTo>
                    <a:pt x="88857" y="347895"/>
                  </a:lnTo>
                  <a:lnTo>
                    <a:pt x="69760" y="302667"/>
                  </a:lnTo>
                  <a:lnTo>
                    <a:pt x="62992" y="252349"/>
                  </a:lnTo>
                  <a:lnTo>
                    <a:pt x="69760" y="202030"/>
                  </a:lnTo>
                  <a:lnTo>
                    <a:pt x="88857" y="156802"/>
                  </a:lnTo>
                  <a:lnTo>
                    <a:pt x="118475" y="118475"/>
                  </a:lnTo>
                  <a:lnTo>
                    <a:pt x="156802" y="88857"/>
                  </a:lnTo>
                  <a:lnTo>
                    <a:pt x="202030" y="69760"/>
                  </a:lnTo>
                  <a:lnTo>
                    <a:pt x="252349" y="62991"/>
                  </a:lnTo>
                  <a:close/>
                </a:path>
                <a:path w="504825" h="504825">
                  <a:moveTo>
                    <a:pt x="252349" y="62991"/>
                  </a:moveTo>
                  <a:lnTo>
                    <a:pt x="302667" y="69760"/>
                  </a:lnTo>
                  <a:lnTo>
                    <a:pt x="347895" y="88857"/>
                  </a:lnTo>
                  <a:lnTo>
                    <a:pt x="386222" y="118475"/>
                  </a:lnTo>
                  <a:lnTo>
                    <a:pt x="415840" y="156802"/>
                  </a:lnTo>
                  <a:lnTo>
                    <a:pt x="434937" y="202030"/>
                  </a:lnTo>
                  <a:lnTo>
                    <a:pt x="441705" y="252349"/>
                  </a:lnTo>
                  <a:lnTo>
                    <a:pt x="434937" y="302667"/>
                  </a:lnTo>
                  <a:lnTo>
                    <a:pt x="415840" y="347895"/>
                  </a:lnTo>
                  <a:lnTo>
                    <a:pt x="386222" y="386222"/>
                  </a:lnTo>
                  <a:lnTo>
                    <a:pt x="347895" y="415840"/>
                  </a:lnTo>
                  <a:lnTo>
                    <a:pt x="302667" y="434937"/>
                  </a:lnTo>
                  <a:lnTo>
                    <a:pt x="252349" y="441706"/>
                  </a:lnTo>
                  <a:lnTo>
                    <a:pt x="202030" y="434937"/>
                  </a:lnTo>
                  <a:lnTo>
                    <a:pt x="156802" y="415840"/>
                  </a:lnTo>
                  <a:lnTo>
                    <a:pt x="118475" y="386222"/>
                  </a:lnTo>
                  <a:lnTo>
                    <a:pt x="88857" y="347895"/>
                  </a:lnTo>
                  <a:lnTo>
                    <a:pt x="69760" y="302667"/>
                  </a:lnTo>
                  <a:lnTo>
                    <a:pt x="62992" y="252349"/>
                  </a:lnTo>
                  <a:lnTo>
                    <a:pt x="69760" y="202030"/>
                  </a:lnTo>
                  <a:lnTo>
                    <a:pt x="88857" y="156802"/>
                  </a:lnTo>
                  <a:lnTo>
                    <a:pt x="118475" y="118475"/>
                  </a:lnTo>
                  <a:lnTo>
                    <a:pt x="156802" y="88857"/>
                  </a:lnTo>
                  <a:lnTo>
                    <a:pt x="202030" y="69760"/>
                  </a:lnTo>
                  <a:lnTo>
                    <a:pt x="252349" y="62991"/>
                  </a:lnTo>
                  <a:close/>
                </a:path>
              </a:pathLst>
            </a:custGeom>
            <a:ln w="25400">
              <a:solidFill>
                <a:srgbClr val="1C959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7" name="object 17">
              <a:hlinkClick r:id="rId5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07882" y="762381"/>
              <a:ext cx="167386" cy="344805"/>
            </a:xfrm>
            <a:prstGeom prst="rect">
              <a:avLst/>
            </a:prstGeom>
          </p:spPr>
        </p:pic>
        <p:sp>
          <p:nvSpPr>
            <p:cNvPr id="18" name="object 18">
              <a:hlinkClick r:id="rId5"/>
            </p:cNvPr>
            <p:cNvSpPr/>
            <p:nvPr/>
          </p:nvSpPr>
          <p:spPr>
            <a:xfrm>
              <a:off x="8539226" y="700151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252349" y="62991"/>
                  </a:moveTo>
                  <a:lnTo>
                    <a:pt x="302667" y="69760"/>
                  </a:lnTo>
                  <a:lnTo>
                    <a:pt x="347895" y="88857"/>
                  </a:lnTo>
                  <a:lnTo>
                    <a:pt x="386222" y="118475"/>
                  </a:lnTo>
                  <a:lnTo>
                    <a:pt x="415840" y="156802"/>
                  </a:lnTo>
                  <a:lnTo>
                    <a:pt x="434937" y="202030"/>
                  </a:lnTo>
                  <a:lnTo>
                    <a:pt x="441705" y="252349"/>
                  </a:lnTo>
                  <a:lnTo>
                    <a:pt x="434937" y="302667"/>
                  </a:lnTo>
                  <a:lnTo>
                    <a:pt x="415840" y="347895"/>
                  </a:lnTo>
                  <a:lnTo>
                    <a:pt x="386222" y="386222"/>
                  </a:lnTo>
                  <a:lnTo>
                    <a:pt x="347895" y="415840"/>
                  </a:lnTo>
                  <a:lnTo>
                    <a:pt x="302667" y="434937"/>
                  </a:lnTo>
                  <a:lnTo>
                    <a:pt x="252349" y="441706"/>
                  </a:lnTo>
                  <a:lnTo>
                    <a:pt x="202030" y="434937"/>
                  </a:lnTo>
                  <a:lnTo>
                    <a:pt x="156802" y="415840"/>
                  </a:lnTo>
                  <a:lnTo>
                    <a:pt x="118475" y="386222"/>
                  </a:lnTo>
                  <a:lnTo>
                    <a:pt x="88857" y="347895"/>
                  </a:lnTo>
                  <a:lnTo>
                    <a:pt x="69760" y="302667"/>
                  </a:lnTo>
                  <a:lnTo>
                    <a:pt x="62992" y="252349"/>
                  </a:lnTo>
                  <a:lnTo>
                    <a:pt x="69760" y="202030"/>
                  </a:lnTo>
                  <a:lnTo>
                    <a:pt x="88857" y="156802"/>
                  </a:lnTo>
                  <a:lnTo>
                    <a:pt x="118475" y="118475"/>
                  </a:lnTo>
                  <a:lnTo>
                    <a:pt x="156802" y="88857"/>
                  </a:lnTo>
                  <a:lnTo>
                    <a:pt x="202030" y="69760"/>
                  </a:lnTo>
                  <a:lnTo>
                    <a:pt x="252349" y="62991"/>
                  </a:lnTo>
                  <a:close/>
                </a:path>
                <a:path w="504825" h="504825">
                  <a:moveTo>
                    <a:pt x="252349" y="74929"/>
                  </a:moveTo>
                  <a:lnTo>
                    <a:pt x="266156" y="77716"/>
                  </a:lnTo>
                  <a:lnTo>
                    <a:pt x="277463" y="85312"/>
                  </a:lnTo>
                  <a:lnTo>
                    <a:pt x="285103" y="96575"/>
                  </a:lnTo>
                  <a:lnTo>
                    <a:pt x="287908" y="110362"/>
                  </a:lnTo>
                  <a:lnTo>
                    <a:pt x="285103" y="124170"/>
                  </a:lnTo>
                  <a:lnTo>
                    <a:pt x="277463" y="135477"/>
                  </a:lnTo>
                  <a:lnTo>
                    <a:pt x="266156" y="143117"/>
                  </a:lnTo>
                  <a:lnTo>
                    <a:pt x="252349" y="145923"/>
                  </a:lnTo>
                  <a:lnTo>
                    <a:pt x="238561" y="143117"/>
                  </a:lnTo>
                  <a:lnTo>
                    <a:pt x="227298" y="135477"/>
                  </a:lnTo>
                  <a:lnTo>
                    <a:pt x="219702" y="124170"/>
                  </a:lnTo>
                  <a:lnTo>
                    <a:pt x="216916" y="110362"/>
                  </a:lnTo>
                  <a:lnTo>
                    <a:pt x="219702" y="96575"/>
                  </a:lnTo>
                  <a:lnTo>
                    <a:pt x="227298" y="85312"/>
                  </a:lnTo>
                  <a:lnTo>
                    <a:pt x="238561" y="77716"/>
                  </a:lnTo>
                  <a:lnTo>
                    <a:pt x="252349" y="74929"/>
                  </a:lnTo>
                </a:path>
                <a:path w="504825" h="504825">
                  <a:moveTo>
                    <a:pt x="181355" y="181356"/>
                  </a:moveTo>
                  <a:lnTo>
                    <a:pt x="287908" y="181356"/>
                  </a:lnTo>
                  <a:lnTo>
                    <a:pt x="287908" y="370713"/>
                  </a:lnTo>
                  <a:lnTo>
                    <a:pt x="323342" y="370713"/>
                  </a:lnTo>
                  <a:lnTo>
                    <a:pt x="323342" y="394335"/>
                  </a:lnTo>
                  <a:lnTo>
                    <a:pt x="181355" y="394335"/>
                  </a:lnTo>
                  <a:lnTo>
                    <a:pt x="181355" y="370713"/>
                  </a:lnTo>
                  <a:lnTo>
                    <a:pt x="216916" y="370713"/>
                  </a:lnTo>
                  <a:lnTo>
                    <a:pt x="216916" y="204977"/>
                  </a:lnTo>
                  <a:lnTo>
                    <a:pt x="181355" y="204977"/>
                  </a:lnTo>
                  <a:lnTo>
                    <a:pt x="181355" y="181356"/>
                  </a:lnTo>
                  <a:close/>
                </a:path>
                <a:path w="504825" h="504825">
                  <a:moveTo>
                    <a:pt x="0" y="504825"/>
                  </a:moveTo>
                  <a:lnTo>
                    <a:pt x="504825" y="504825"/>
                  </a:lnTo>
                  <a:lnTo>
                    <a:pt x="504825" y="0"/>
                  </a:lnTo>
                  <a:lnTo>
                    <a:pt x="0" y="0"/>
                  </a:lnTo>
                  <a:lnTo>
                    <a:pt x="0" y="504825"/>
                  </a:lnTo>
                  <a:close/>
                </a:path>
              </a:pathLst>
            </a:custGeom>
            <a:ln w="25400">
              <a:solidFill>
                <a:srgbClr val="1C959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D7155-D57E-4E20-A854-68C29CFB0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/>
          </a:bodyPr>
          <a:lstStyle/>
          <a:p>
            <a:pPr algn="ctr"/>
            <a:r>
              <a:rPr lang="lt-LT" sz="3200" dirty="0" err="1">
                <a:solidFill>
                  <a:srgbClr val="005A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dipslay</a:t>
            </a:r>
            <a:r>
              <a:rPr lang="lt-LT" sz="3200" dirty="0">
                <a:solidFill>
                  <a:srgbClr val="005A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lt-LT" sz="3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endParaRPr lang="lt-LT" sz="3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4442A-5DC3-49FD-9F95-E559CA5D1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3000"/>
            <a:ext cx="9404152" cy="5715000"/>
          </a:xfrm>
        </p:spPr>
        <p:txBody>
          <a:bodyPr>
            <a:normAutofit/>
          </a:bodyPr>
          <a:lstStyle/>
          <a:p>
            <a:pPr marL="114300" indent="0">
              <a:spcBef>
                <a:spcPts val="0"/>
              </a:spcBef>
              <a:buNone/>
            </a:pPr>
            <a:r>
              <a:rPr lang="lt-LT" dirty="0" err="1">
                <a:solidFill>
                  <a:srgbClr val="005A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lt-LT" dirty="0">
                <a:solidFill>
                  <a:srgbClr val="005A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lt-LT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lt-LT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lt-LT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paverčia elementą </a:t>
            </a:r>
            <a:r>
              <a:rPr lang="lt-LT" dirty="0">
                <a:solidFill>
                  <a:srgbClr val="A47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„</a:t>
            </a:r>
            <a:r>
              <a:rPr lang="lt-LT" dirty="0" err="1">
                <a:solidFill>
                  <a:srgbClr val="A47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lt-LT" dirty="0">
                <a:solidFill>
                  <a:srgbClr val="A47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 konteineriu</a:t>
            </a:r>
            <a:r>
              <a:rPr lang="lt-LT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lt-LT" dirty="0" err="1">
                <a:solidFill>
                  <a:srgbClr val="A47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lt-LT" dirty="0">
                <a:solidFill>
                  <a:srgbClr val="A47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lt-LT" dirty="0" err="1">
                <a:solidFill>
                  <a:srgbClr val="A47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container</a:t>
            </a:r>
            <a:r>
              <a:rPr lang="lt-LT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Išorėje </a:t>
            </a:r>
            <a:r>
              <a:rPr lang="lt-LT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elementas išlieka </a:t>
            </a:r>
            <a:r>
              <a:rPr lang="lt-LT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lt-LT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tipo elementu, todėl įprastai užima visą prieinamą plotį.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Viduje </a:t>
            </a:r>
            <a:r>
              <a:rPr lang="lt-LT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elementas tampa </a:t>
            </a:r>
            <a:r>
              <a:rPr lang="lt-LT" dirty="0">
                <a:solidFill>
                  <a:srgbClr val="A47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„</a:t>
            </a:r>
            <a:r>
              <a:rPr lang="lt-LT" dirty="0" err="1">
                <a:solidFill>
                  <a:srgbClr val="A47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lt-LT" dirty="0">
                <a:solidFill>
                  <a:srgbClr val="A47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 </a:t>
            </a:r>
            <a:r>
              <a:rPr lang="lt-LT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konteineriu, o jo tiesioginiai vaikiniai elementai tampa </a:t>
            </a:r>
            <a:r>
              <a:rPr lang="lt-LT" dirty="0">
                <a:solidFill>
                  <a:srgbClr val="A47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„</a:t>
            </a:r>
            <a:r>
              <a:rPr lang="lt-LT" dirty="0" err="1">
                <a:solidFill>
                  <a:srgbClr val="A47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lt-LT" dirty="0">
                <a:solidFill>
                  <a:srgbClr val="A47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 </a:t>
            </a:r>
            <a:r>
              <a:rPr lang="lt-LT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elementais (</a:t>
            </a:r>
            <a:r>
              <a:rPr lang="lt-LT" dirty="0" err="1">
                <a:solidFill>
                  <a:srgbClr val="A47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lt-LT" dirty="0">
                <a:solidFill>
                  <a:srgbClr val="A47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lt-LT" dirty="0" err="1">
                <a:solidFill>
                  <a:srgbClr val="A47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items</a:t>
            </a:r>
            <a:r>
              <a:rPr lang="lt-LT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lt-LT" dirty="0"/>
          </a:p>
          <a:p>
            <a:endParaRPr lang="lt-LT" dirty="0"/>
          </a:p>
          <a:p>
            <a:endParaRPr lang="lt-LT" dirty="0"/>
          </a:p>
          <a:p>
            <a:endParaRPr lang="lt-LT" dirty="0"/>
          </a:p>
          <a:p>
            <a:endParaRPr lang="lt-LT" dirty="0"/>
          </a:p>
          <a:p>
            <a:pPr marL="114300" indent="0">
              <a:buNone/>
            </a:pPr>
            <a:endParaRPr lang="lt-LT" dirty="0"/>
          </a:p>
          <a:p>
            <a:pPr marL="114300" indent="0">
              <a:buNone/>
            </a:pPr>
            <a:endParaRPr lang="lt-LT" dirty="0"/>
          </a:p>
          <a:p>
            <a:pPr marL="114300" indent="0">
              <a:buNone/>
            </a:pPr>
            <a:endParaRPr lang="lt-LT" dirty="0"/>
          </a:p>
          <a:p>
            <a:pPr marL="114300" indent="0">
              <a:buNone/>
            </a:pPr>
            <a:endParaRPr lang="lt-LT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4547CD-9727-43FB-863D-13F4827EC8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730" y="2213501"/>
            <a:ext cx="8865870" cy="36525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5E08BCA-60E0-47DD-B930-7BB91FB3B2D6}"/>
              </a:ext>
            </a:extLst>
          </p:cNvPr>
          <p:cNvSpPr txBox="1"/>
          <p:nvPr/>
        </p:nvSpPr>
        <p:spPr>
          <a:xfrm>
            <a:off x="745688" y="5866021"/>
            <a:ext cx="9404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dirty="0">
                <a:solidFill>
                  <a:srgbClr val="A47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„</a:t>
            </a:r>
            <a:r>
              <a:rPr lang="lt-LT" b="1" dirty="0">
                <a:solidFill>
                  <a:srgbClr val="A47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 </a:t>
            </a:r>
            <a:r>
              <a:rPr lang="lt-LT" b="1" dirty="0" err="1">
                <a:solidFill>
                  <a:srgbClr val="A47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lt-LT" dirty="0">
                <a:solidFill>
                  <a:srgbClr val="A47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 </a:t>
            </a:r>
            <a:r>
              <a:rPr lang="lt-LT" dirty="0">
                <a:solidFill>
                  <a:srgbClr val="1149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turi dvi išdėstymo kryptis:</a:t>
            </a:r>
          </a:p>
          <a:p>
            <a:r>
              <a:rPr lang="lt-LT" dirty="0">
                <a:solidFill>
                  <a:srgbClr val="1149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Stulpeliai</a:t>
            </a:r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lt-LT" b="1" dirty="0" err="1">
                <a:solidFill>
                  <a:srgbClr val="96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lt-LT" dirty="0">
                <a:solidFill>
                  <a:srgbClr val="1149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vertikaliai išdėstytos tinklelio dalys.</a:t>
            </a:r>
          </a:p>
          <a:p>
            <a:r>
              <a:rPr lang="lt-LT" dirty="0">
                <a:solidFill>
                  <a:srgbClr val="1149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Eilutės</a:t>
            </a:r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lt-LT" b="1" dirty="0" err="1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rows</a:t>
            </a:r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lt-LT" dirty="0">
                <a:solidFill>
                  <a:srgbClr val="1149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horizontaliai išdėstytos tinklelio dalys.</a:t>
            </a:r>
          </a:p>
        </p:txBody>
      </p:sp>
    </p:spTree>
    <p:extLst>
      <p:ext uri="{BB962C8B-B14F-4D97-AF65-F5344CB8AC3E}">
        <p14:creationId xmlns:p14="http://schemas.microsoft.com/office/powerpoint/2010/main" val="2999708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38964-8920-4DF0-889A-D8A4173A9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0235"/>
          </a:xfrm>
        </p:spPr>
        <p:txBody>
          <a:bodyPr>
            <a:normAutofit/>
          </a:bodyPr>
          <a:lstStyle/>
          <a:p>
            <a:r>
              <a:rPr lang="lt-LT" sz="3200" dirty="0">
                <a:solidFill>
                  <a:srgbClr val="A47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„CSS </a:t>
            </a:r>
            <a:r>
              <a:rPr lang="lt-LT" sz="3200" dirty="0" err="1">
                <a:solidFill>
                  <a:srgbClr val="A47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lt-LT" sz="3200" dirty="0">
                <a:solidFill>
                  <a:srgbClr val="A47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 numatytosios reikšmės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DEE0D-A617-48FF-950C-EE2026618E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78381"/>
            <a:ext cx="3939540" cy="4472940"/>
          </a:xfrm>
        </p:spPr>
        <p:txBody>
          <a:bodyPr>
            <a:normAutofit/>
          </a:bodyPr>
          <a:lstStyle/>
          <a:p>
            <a:pPr>
              <a:buClr>
                <a:srgbClr val="005A9E"/>
              </a:buClr>
              <a:buSzPct val="75000"/>
              <a:buFont typeface="Wingdings" panose="05000000000000000000" pitchFamily="2" charset="2"/>
              <a:buChar char="v"/>
            </a:pPr>
            <a:r>
              <a:rPr lang="lt-LT" dirty="0" err="1">
                <a:solidFill>
                  <a:srgbClr val="005A9E"/>
                </a:solidFill>
              </a:rPr>
              <a:t>grid-template-columns</a:t>
            </a:r>
            <a:r>
              <a:rPr lang="lt-LT" dirty="0">
                <a:solidFill>
                  <a:srgbClr val="005A9E"/>
                </a:solidFill>
              </a:rPr>
              <a:t>: </a:t>
            </a:r>
            <a:r>
              <a:rPr lang="lt-LT" dirty="0" err="1">
                <a:solidFill>
                  <a:schemeClr val="accent2">
                    <a:lumMod val="50000"/>
                  </a:schemeClr>
                </a:solidFill>
              </a:rPr>
              <a:t>none</a:t>
            </a:r>
            <a:r>
              <a:rPr lang="lt-LT" dirty="0">
                <a:solidFill>
                  <a:schemeClr val="accent2">
                    <a:lumMod val="50000"/>
                  </a:schemeClr>
                </a:solidFill>
              </a:rPr>
              <a:t>;</a:t>
            </a:r>
          </a:p>
          <a:p>
            <a:pPr>
              <a:buClr>
                <a:srgbClr val="005A9E"/>
              </a:buClr>
              <a:buSzPct val="75000"/>
              <a:buFont typeface="Wingdings" panose="05000000000000000000" pitchFamily="2" charset="2"/>
              <a:buChar char="v"/>
            </a:pPr>
            <a:r>
              <a:rPr lang="lt-LT" dirty="0" err="1">
                <a:solidFill>
                  <a:srgbClr val="005A9E"/>
                </a:solidFill>
              </a:rPr>
              <a:t>grid-template-rows</a:t>
            </a:r>
            <a:r>
              <a:rPr lang="lt-LT" dirty="0">
                <a:solidFill>
                  <a:srgbClr val="005A9E"/>
                </a:solidFill>
              </a:rPr>
              <a:t>: </a:t>
            </a:r>
            <a:r>
              <a:rPr lang="lt-LT" dirty="0" err="1">
                <a:solidFill>
                  <a:schemeClr val="accent2">
                    <a:lumMod val="50000"/>
                  </a:schemeClr>
                </a:solidFill>
              </a:rPr>
              <a:t>none</a:t>
            </a:r>
            <a:r>
              <a:rPr lang="lt-LT" dirty="0">
                <a:solidFill>
                  <a:schemeClr val="accent2">
                    <a:lumMod val="50000"/>
                  </a:schemeClr>
                </a:solidFill>
              </a:rPr>
              <a:t>;</a:t>
            </a:r>
          </a:p>
          <a:p>
            <a:pPr>
              <a:buClr>
                <a:srgbClr val="005A9E"/>
              </a:buClr>
              <a:buSzPct val="75000"/>
              <a:buFont typeface="Wingdings" panose="05000000000000000000" pitchFamily="2" charset="2"/>
              <a:buChar char="v"/>
            </a:pPr>
            <a:r>
              <a:rPr lang="lt-LT" dirty="0" err="1">
                <a:solidFill>
                  <a:srgbClr val="005A9E"/>
                </a:solidFill>
              </a:rPr>
              <a:t>grid</a:t>
            </a:r>
            <a:r>
              <a:rPr lang="lt-LT" dirty="0">
                <a:solidFill>
                  <a:srgbClr val="005A9E"/>
                </a:solidFill>
              </a:rPr>
              <a:t>-auto-</a:t>
            </a:r>
            <a:r>
              <a:rPr lang="lt-LT" dirty="0" err="1">
                <a:solidFill>
                  <a:srgbClr val="005A9E"/>
                </a:solidFill>
              </a:rPr>
              <a:t>columns</a:t>
            </a:r>
            <a:r>
              <a:rPr lang="lt-LT" dirty="0">
                <a:solidFill>
                  <a:srgbClr val="005A9E"/>
                </a:solidFill>
              </a:rPr>
              <a:t>: </a:t>
            </a:r>
            <a:r>
              <a:rPr lang="lt-LT" dirty="0">
                <a:solidFill>
                  <a:schemeClr val="accent2">
                    <a:lumMod val="50000"/>
                  </a:schemeClr>
                </a:solidFill>
              </a:rPr>
              <a:t>auto;</a:t>
            </a:r>
          </a:p>
          <a:p>
            <a:pPr>
              <a:buClr>
                <a:srgbClr val="005A9E"/>
              </a:buClr>
              <a:buSzPct val="75000"/>
              <a:buFont typeface="Wingdings" panose="05000000000000000000" pitchFamily="2" charset="2"/>
              <a:buChar char="v"/>
            </a:pPr>
            <a:r>
              <a:rPr lang="lt-LT" dirty="0" err="1">
                <a:solidFill>
                  <a:srgbClr val="005A9E"/>
                </a:solidFill>
              </a:rPr>
              <a:t>grid</a:t>
            </a:r>
            <a:r>
              <a:rPr lang="lt-LT" dirty="0">
                <a:solidFill>
                  <a:srgbClr val="005A9E"/>
                </a:solidFill>
              </a:rPr>
              <a:t>-auto-</a:t>
            </a:r>
            <a:r>
              <a:rPr lang="lt-LT" dirty="0" err="1">
                <a:solidFill>
                  <a:srgbClr val="005A9E"/>
                </a:solidFill>
              </a:rPr>
              <a:t>rows</a:t>
            </a:r>
            <a:r>
              <a:rPr lang="lt-LT" dirty="0">
                <a:solidFill>
                  <a:srgbClr val="005A9E"/>
                </a:solidFill>
              </a:rPr>
              <a:t>: </a:t>
            </a:r>
            <a:r>
              <a:rPr lang="lt-LT" dirty="0">
                <a:solidFill>
                  <a:schemeClr val="accent2">
                    <a:lumMod val="50000"/>
                  </a:schemeClr>
                </a:solidFill>
              </a:rPr>
              <a:t>auto;</a:t>
            </a:r>
          </a:p>
          <a:p>
            <a:pPr>
              <a:buClr>
                <a:srgbClr val="005A9E"/>
              </a:buClr>
              <a:buSzPct val="75000"/>
              <a:buFont typeface="Wingdings" panose="05000000000000000000" pitchFamily="2" charset="2"/>
              <a:buChar char="v"/>
            </a:pPr>
            <a:r>
              <a:rPr lang="lt-LT" dirty="0" err="1">
                <a:solidFill>
                  <a:srgbClr val="005A9E"/>
                </a:solidFill>
              </a:rPr>
              <a:t>grid</a:t>
            </a:r>
            <a:r>
              <a:rPr lang="lt-LT" dirty="0">
                <a:solidFill>
                  <a:srgbClr val="005A9E"/>
                </a:solidFill>
              </a:rPr>
              <a:t>-auto-</a:t>
            </a:r>
            <a:r>
              <a:rPr lang="lt-LT" dirty="0" err="1">
                <a:solidFill>
                  <a:srgbClr val="005A9E"/>
                </a:solidFill>
              </a:rPr>
              <a:t>flow</a:t>
            </a:r>
            <a:r>
              <a:rPr lang="lt-LT" dirty="0">
                <a:solidFill>
                  <a:srgbClr val="005A9E"/>
                </a:solidFill>
              </a:rPr>
              <a:t>: </a:t>
            </a:r>
            <a:r>
              <a:rPr lang="lt-LT" dirty="0" err="1">
                <a:solidFill>
                  <a:schemeClr val="accent2">
                    <a:lumMod val="50000"/>
                  </a:schemeClr>
                </a:solidFill>
              </a:rPr>
              <a:t>row</a:t>
            </a:r>
            <a:r>
              <a:rPr lang="lt-LT" dirty="0">
                <a:solidFill>
                  <a:schemeClr val="accent2">
                    <a:lumMod val="50000"/>
                  </a:schemeClr>
                </a:solidFill>
              </a:rPr>
              <a:t>;</a:t>
            </a:r>
          </a:p>
          <a:p>
            <a:pPr>
              <a:buClr>
                <a:srgbClr val="005A9E"/>
              </a:buClr>
              <a:buSzPct val="75000"/>
              <a:buFont typeface="Wingdings" panose="05000000000000000000" pitchFamily="2" charset="2"/>
              <a:buChar char="v"/>
            </a:pPr>
            <a:endParaRPr lang="lt-LT" dirty="0">
              <a:solidFill>
                <a:srgbClr val="005A9E"/>
              </a:solidFill>
            </a:endParaRPr>
          </a:p>
          <a:p>
            <a:pPr>
              <a:buClr>
                <a:srgbClr val="005A9E"/>
              </a:buClr>
              <a:buSzPct val="75000"/>
              <a:buFont typeface="Wingdings" panose="05000000000000000000" pitchFamily="2" charset="2"/>
              <a:buChar char="v"/>
            </a:pPr>
            <a:r>
              <a:rPr lang="lt-LT" dirty="0" err="1">
                <a:solidFill>
                  <a:srgbClr val="005A9E"/>
                </a:solidFill>
              </a:rPr>
              <a:t>justify-items</a:t>
            </a:r>
            <a:r>
              <a:rPr lang="lt-LT" dirty="0">
                <a:solidFill>
                  <a:srgbClr val="005A9E"/>
                </a:solidFill>
              </a:rPr>
              <a:t>: </a:t>
            </a:r>
            <a:r>
              <a:rPr lang="lt-LT" dirty="0" err="1">
                <a:solidFill>
                  <a:schemeClr val="accent2">
                    <a:lumMod val="50000"/>
                  </a:schemeClr>
                </a:solidFill>
              </a:rPr>
              <a:t>normal</a:t>
            </a:r>
            <a:r>
              <a:rPr lang="lt-LT" dirty="0">
                <a:solidFill>
                  <a:schemeClr val="accent2">
                    <a:lumMod val="50000"/>
                  </a:schemeClr>
                </a:solidFill>
              </a:rPr>
              <a:t>;</a:t>
            </a:r>
          </a:p>
          <a:p>
            <a:pPr>
              <a:buClr>
                <a:srgbClr val="005A9E"/>
              </a:buClr>
              <a:buSzPct val="75000"/>
              <a:buFont typeface="Wingdings" panose="05000000000000000000" pitchFamily="2" charset="2"/>
              <a:buChar char="v"/>
            </a:pPr>
            <a:r>
              <a:rPr lang="lt-LT" dirty="0" err="1">
                <a:solidFill>
                  <a:srgbClr val="005A9E"/>
                </a:solidFill>
              </a:rPr>
              <a:t>align-items</a:t>
            </a:r>
            <a:r>
              <a:rPr lang="lt-LT" dirty="0">
                <a:solidFill>
                  <a:srgbClr val="005A9E"/>
                </a:solidFill>
              </a:rPr>
              <a:t>: </a:t>
            </a:r>
            <a:r>
              <a:rPr lang="lt-LT" dirty="0" err="1">
                <a:solidFill>
                  <a:schemeClr val="accent2">
                    <a:lumMod val="50000"/>
                  </a:schemeClr>
                </a:solidFill>
              </a:rPr>
              <a:t>normal</a:t>
            </a:r>
            <a:r>
              <a:rPr lang="lt-LT" dirty="0">
                <a:solidFill>
                  <a:schemeClr val="accent2">
                    <a:lumMod val="50000"/>
                  </a:schemeClr>
                </a:solidFill>
              </a:rPr>
              <a:t>;</a:t>
            </a:r>
          </a:p>
          <a:p>
            <a:pPr>
              <a:buClr>
                <a:srgbClr val="005A9E"/>
              </a:buClr>
              <a:buSzPct val="75000"/>
              <a:buFont typeface="Wingdings" panose="05000000000000000000" pitchFamily="2" charset="2"/>
              <a:buChar char="v"/>
            </a:pPr>
            <a:endParaRPr lang="lt-LT" dirty="0">
              <a:solidFill>
                <a:srgbClr val="005A9E"/>
              </a:solidFill>
            </a:endParaRPr>
          </a:p>
          <a:p>
            <a:pPr>
              <a:buClr>
                <a:srgbClr val="005A9E"/>
              </a:buClr>
              <a:buSzPct val="75000"/>
              <a:buFont typeface="Wingdings" panose="05000000000000000000" pitchFamily="2" charset="2"/>
              <a:buChar char="v"/>
            </a:pPr>
            <a:r>
              <a:rPr lang="lt-LT" dirty="0" err="1">
                <a:solidFill>
                  <a:srgbClr val="005A9E"/>
                </a:solidFill>
              </a:rPr>
              <a:t>column-gap</a:t>
            </a:r>
            <a:r>
              <a:rPr lang="lt-LT" dirty="0">
                <a:solidFill>
                  <a:srgbClr val="005A9E"/>
                </a:solidFill>
              </a:rPr>
              <a:t>: </a:t>
            </a:r>
            <a:r>
              <a:rPr lang="lt-LT" dirty="0" err="1">
                <a:solidFill>
                  <a:schemeClr val="accent2">
                    <a:lumMod val="50000"/>
                  </a:schemeClr>
                </a:solidFill>
              </a:rPr>
              <a:t>normal</a:t>
            </a:r>
            <a:r>
              <a:rPr lang="lt-LT" dirty="0">
                <a:solidFill>
                  <a:schemeClr val="accent2">
                    <a:lumMod val="50000"/>
                  </a:schemeClr>
                </a:solidFill>
              </a:rPr>
              <a:t>;</a:t>
            </a:r>
          </a:p>
          <a:p>
            <a:pPr>
              <a:buClr>
                <a:srgbClr val="005A9E"/>
              </a:buClr>
              <a:buSzPct val="75000"/>
              <a:buFont typeface="Wingdings" panose="05000000000000000000" pitchFamily="2" charset="2"/>
              <a:buChar char="v"/>
            </a:pPr>
            <a:r>
              <a:rPr lang="lt-LT" dirty="0" err="1">
                <a:solidFill>
                  <a:srgbClr val="005A9E"/>
                </a:solidFill>
              </a:rPr>
              <a:t>row-gap</a:t>
            </a:r>
            <a:r>
              <a:rPr lang="lt-LT" dirty="0">
                <a:solidFill>
                  <a:srgbClr val="005A9E"/>
                </a:solidFill>
              </a:rPr>
              <a:t>: </a:t>
            </a:r>
            <a:r>
              <a:rPr lang="lt-LT" dirty="0" err="1">
                <a:solidFill>
                  <a:schemeClr val="accent2">
                    <a:lumMod val="50000"/>
                  </a:schemeClr>
                </a:solidFill>
              </a:rPr>
              <a:t>normal</a:t>
            </a:r>
            <a:r>
              <a:rPr lang="lt-LT" dirty="0">
                <a:solidFill>
                  <a:schemeClr val="accent2">
                    <a:lumMod val="50000"/>
                  </a:schemeClr>
                </a:solidFill>
              </a:rPr>
              <a:t>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70D3C9-2C35-45CC-BD5E-4D07E042AB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78381"/>
            <a:ext cx="3939540" cy="4472940"/>
          </a:xfrm>
        </p:spPr>
        <p:txBody>
          <a:bodyPr>
            <a:normAutofit/>
          </a:bodyPr>
          <a:lstStyle/>
          <a:p>
            <a:pPr>
              <a:buClr>
                <a:srgbClr val="005A9E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5A9E"/>
                </a:solidFill>
              </a:rPr>
              <a:t>grid-column-start: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auto;</a:t>
            </a:r>
          </a:p>
          <a:p>
            <a:pPr>
              <a:buClr>
                <a:srgbClr val="005A9E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5A9E"/>
                </a:solidFill>
              </a:rPr>
              <a:t>grid-column-end: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auto;</a:t>
            </a:r>
          </a:p>
          <a:p>
            <a:pPr>
              <a:buClr>
                <a:srgbClr val="005A9E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5A9E"/>
                </a:solidFill>
              </a:rPr>
              <a:t>grid-row-start: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auto;</a:t>
            </a:r>
          </a:p>
          <a:p>
            <a:pPr>
              <a:buClr>
                <a:srgbClr val="005A9E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5A9E"/>
                </a:solidFill>
              </a:rPr>
              <a:t>grid-row-end: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auto;</a:t>
            </a:r>
          </a:p>
          <a:p>
            <a:pPr>
              <a:buClr>
                <a:srgbClr val="005A9E"/>
              </a:buClr>
              <a:buSzPct val="75000"/>
              <a:buFont typeface="Wingdings" panose="05000000000000000000" pitchFamily="2" charset="2"/>
              <a:buChar char="v"/>
            </a:pPr>
            <a:endParaRPr lang="en-US" dirty="0">
              <a:solidFill>
                <a:srgbClr val="005A9E"/>
              </a:solidFill>
            </a:endParaRPr>
          </a:p>
          <a:p>
            <a:pPr>
              <a:buClr>
                <a:srgbClr val="005A9E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5A9E"/>
                </a:solidFill>
              </a:rPr>
              <a:t>justify-self: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auto;</a:t>
            </a:r>
          </a:p>
          <a:p>
            <a:pPr>
              <a:buClr>
                <a:srgbClr val="005A9E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5A9E"/>
                </a:solidFill>
              </a:rPr>
              <a:t>align-self: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auto;</a:t>
            </a:r>
          </a:p>
          <a:p>
            <a:pPr>
              <a:buClr>
                <a:srgbClr val="005A9E"/>
              </a:buClr>
              <a:buSzPct val="75000"/>
              <a:buFont typeface="Wingdings" panose="05000000000000000000" pitchFamily="2" charset="2"/>
              <a:buChar char="v"/>
            </a:pPr>
            <a:endParaRPr lang="en-US" dirty="0">
              <a:solidFill>
                <a:srgbClr val="005A9E"/>
              </a:solidFill>
            </a:endParaRPr>
          </a:p>
          <a:p>
            <a:pPr>
              <a:buClr>
                <a:srgbClr val="005A9E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5A9E"/>
                </a:solidFill>
              </a:rPr>
              <a:t>order: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0;</a:t>
            </a:r>
            <a:endParaRPr lang="lt-LT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77DEE7-FA3A-4497-BBF7-A23FDADDB1D8}"/>
              </a:ext>
            </a:extLst>
          </p:cNvPr>
          <p:cNvSpPr txBox="1"/>
          <p:nvPr/>
        </p:nvSpPr>
        <p:spPr>
          <a:xfrm>
            <a:off x="838200" y="1194792"/>
            <a:ext cx="102565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lt-LT" sz="2200" b="1" dirty="0" err="1">
                <a:solidFill>
                  <a:srgbClr val="005A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lt-LT" sz="2200" b="1" dirty="0">
                <a:solidFill>
                  <a:srgbClr val="005A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lt-LT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lt-LT" sz="2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lt-LT" sz="2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403710-3B3C-4CE2-9EDA-F07455B6355C}"/>
              </a:ext>
            </a:extLst>
          </p:cNvPr>
          <p:cNvSpPr txBox="1"/>
          <p:nvPr/>
        </p:nvSpPr>
        <p:spPr>
          <a:xfrm>
            <a:off x="838200" y="1813560"/>
            <a:ext cx="39395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lt-LT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Tevinaim</a:t>
            </a:r>
            <a:r>
              <a:rPr lang="lt-L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konteineriui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B4C52B-7074-43E6-9AA5-85ED55F9A5EC}"/>
              </a:ext>
            </a:extLst>
          </p:cNvPr>
          <p:cNvSpPr txBox="1"/>
          <p:nvPr/>
        </p:nvSpPr>
        <p:spPr>
          <a:xfrm>
            <a:off x="6172200" y="1813560"/>
            <a:ext cx="39395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lt-L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Vaikiniam elementui</a:t>
            </a:r>
          </a:p>
        </p:txBody>
      </p:sp>
    </p:spTree>
    <p:extLst>
      <p:ext uri="{BB962C8B-B14F-4D97-AF65-F5344CB8AC3E}">
        <p14:creationId xmlns:p14="http://schemas.microsoft.com/office/powerpoint/2010/main" val="1409292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88A-A626-4224-9116-963882322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Pagrindines </a:t>
            </a:r>
            <a:r>
              <a:rPr lang="lt-LT" dirty="0" err="1"/>
              <a:t>grid</a:t>
            </a:r>
            <a:r>
              <a:rPr lang="lt-LT" dirty="0"/>
              <a:t> savybes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62554-B8B9-444B-BE4B-D3F5774BE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lt-L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lt-L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kaip sukurti </a:t>
            </a:r>
            <a:r>
              <a:rPr lang="lt-L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konteinerį.</a:t>
            </a:r>
          </a:p>
          <a:p>
            <a:pPr marL="114300" indent="0">
              <a:buNone/>
            </a:pPr>
            <a:r>
              <a:rPr lang="lt-L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grid-template-columns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kaip nustatyti stulpelius.</a:t>
            </a:r>
          </a:p>
          <a:p>
            <a:pPr marL="114300" indent="0">
              <a:buNone/>
            </a:pPr>
            <a:r>
              <a:rPr lang="lt-L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grid-template-rows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kaip nustatyti eilutes.</a:t>
            </a:r>
          </a:p>
          <a:p>
            <a:pPr marL="114300" indent="0">
              <a:buNone/>
            </a:pPr>
            <a:r>
              <a:rPr lang="lt-L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kaip paskirstyti laisvą vietą.</a:t>
            </a:r>
          </a:p>
          <a:p>
            <a:pPr marL="114300" indent="0">
              <a:buNone/>
            </a:pPr>
            <a:r>
              <a:rPr lang="lt-L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</a:t>
            </a:r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kaip sukurti tarpus tarp eilučių ir stulpelių.</a:t>
            </a:r>
          </a:p>
        </p:txBody>
      </p:sp>
    </p:spTree>
    <p:extLst>
      <p:ext uri="{BB962C8B-B14F-4D97-AF65-F5344CB8AC3E}">
        <p14:creationId xmlns:p14="http://schemas.microsoft.com/office/powerpoint/2010/main" val="3327614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912" y="476955"/>
            <a:ext cx="13238480" cy="925104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pc="-27" dirty="0">
                <a:latin typeface="Consolas"/>
                <a:cs typeface="Consolas"/>
              </a:rPr>
              <a:t>grid-template-</a:t>
            </a:r>
            <a:r>
              <a:rPr spc="-13" dirty="0">
                <a:latin typeface="Consolas"/>
                <a:cs typeface="Consolas"/>
              </a:rPr>
              <a:t>columns</a:t>
            </a:r>
            <a:r>
              <a:rPr spc="-1667" dirty="0">
                <a:latin typeface="Consolas"/>
                <a:cs typeface="Consolas"/>
              </a:rPr>
              <a:t> </a:t>
            </a:r>
            <a:r>
              <a:rPr dirty="0"/>
              <a:t>|</a:t>
            </a:r>
            <a:r>
              <a:rPr spc="33" dirty="0"/>
              <a:t> </a:t>
            </a:r>
            <a:r>
              <a:rPr spc="-67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5434" y="1599353"/>
            <a:ext cx="6371167" cy="51039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defTabSz="1219170">
              <a:spcBef>
                <a:spcPts val="140"/>
              </a:spcBef>
              <a:tabLst>
                <a:tab pos="5605640" algn="l"/>
              </a:tabLst>
            </a:pPr>
            <a:r>
              <a:rPr sz="3200" b="1" kern="0" spc="-2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HTML</a:t>
            </a:r>
            <a:r>
              <a:rPr sz="3200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3200" b="1" kern="0" spc="-3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CSS</a:t>
            </a:r>
            <a:endParaRPr sz="32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800" y="2171700"/>
            <a:ext cx="5384800" cy="3229089"/>
          </a:xfrm>
          <a:prstGeom prst="rect">
            <a:avLst/>
          </a:prstGeom>
          <a:solidFill>
            <a:srgbClr val="252525"/>
          </a:solidFill>
        </p:spPr>
        <p:txBody>
          <a:bodyPr vert="horz" wrap="square" lIns="0" tIns="312420" rIns="0" bIns="0" rtlCol="0">
            <a:spAutoFit/>
          </a:bodyPr>
          <a:lstStyle/>
          <a:p>
            <a:pPr marL="291246" defTabSz="1219170">
              <a:spcBef>
                <a:spcPts val="2460"/>
              </a:spcBef>
            </a:pPr>
            <a:r>
              <a:rPr sz="2400" kern="0" dirty="0">
                <a:solidFill>
                  <a:srgbClr val="F82571"/>
                </a:solidFill>
                <a:latin typeface="Consolas"/>
                <a:cs typeface="Consolas"/>
              </a:rPr>
              <a:t>&lt;div</a:t>
            </a:r>
            <a:r>
              <a:rPr sz="2400" kern="0" spc="140" dirty="0">
                <a:solidFill>
                  <a:srgbClr val="F82571"/>
                </a:solidFill>
                <a:latin typeface="Consolas"/>
                <a:cs typeface="Consolas"/>
              </a:rPr>
              <a:t> </a:t>
            </a:r>
            <a:r>
              <a:rPr sz="2400" kern="0" dirty="0">
                <a:solidFill>
                  <a:srgbClr val="A6E12D"/>
                </a:solidFill>
                <a:latin typeface="Consolas"/>
                <a:cs typeface="Consolas"/>
              </a:rPr>
              <a:t>class</a:t>
            </a:r>
            <a:r>
              <a:rPr sz="2400" kern="0" dirty="0">
                <a:solidFill>
                  <a:srgbClr val="F8F8F1"/>
                </a:solidFill>
                <a:latin typeface="Consolas"/>
                <a:cs typeface="Consolas"/>
              </a:rPr>
              <a:t>=</a:t>
            </a:r>
            <a:r>
              <a:rPr sz="2400" kern="0" dirty="0">
                <a:solidFill>
                  <a:srgbClr val="E6DB74"/>
                </a:solidFill>
                <a:latin typeface="Consolas"/>
                <a:cs typeface="Consolas"/>
              </a:rPr>
              <a:t>"grid-</a:t>
            </a:r>
            <a:r>
              <a:rPr sz="2400" kern="0" spc="-13" dirty="0">
                <a:solidFill>
                  <a:srgbClr val="E6DB74"/>
                </a:solidFill>
                <a:latin typeface="Consolas"/>
                <a:cs typeface="Consolas"/>
              </a:rPr>
              <a:t>container"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969409" defTabSz="1219170">
              <a:spcBef>
                <a:spcPts val="27"/>
              </a:spcBef>
            </a:pPr>
            <a:r>
              <a:rPr sz="2400" kern="0" dirty="0">
                <a:solidFill>
                  <a:srgbClr val="F82571"/>
                </a:solidFill>
                <a:latin typeface="Consolas"/>
                <a:cs typeface="Consolas"/>
              </a:rPr>
              <a:t>&lt;div</a:t>
            </a:r>
            <a:r>
              <a:rPr sz="2400" kern="0" spc="47" dirty="0">
                <a:solidFill>
                  <a:srgbClr val="F82571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A6E12D"/>
                </a:solidFill>
                <a:latin typeface="Consolas"/>
                <a:cs typeface="Consolas"/>
              </a:rPr>
              <a:t>class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=</a:t>
            </a:r>
            <a:r>
              <a:rPr sz="2400" kern="0" spc="-13" dirty="0">
                <a:solidFill>
                  <a:srgbClr val="E6DB74"/>
                </a:solidFill>
                <a:latin typeface="Consolas"/>
                <a:cs typeface="Consolas"/>
              </a:rPr>
              <a:t>"box1"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&gt;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A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&lt;/div&gt;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969409" defTabSz="1219170">
              <a:lnSpc>
                <a:spcPts val="2847"/>
              </a:lnSpc>
              <a:spcBef>
                <a:spcPts val="27"/>
              </a:spcBef>
            </a:pPr>
            <a:r>
              <a:rPr sz="2400" kern="0" dirty="0">
                <a:solidFill>
                  <a:srgbClr val="F82571"/>
                </a:solidFill>
                <a:latin typeface="Consolas"/>
                <a:cs typeface="Consolas"/>
              </a:rPr>
              <a:t>&lt;div</a:t>
            </a:r>
            <a:r>
              <a:rPr sz="2400" kern="0" spc="47" dirty="0">
                <a:solidFill>
                  <a:srgbClr val="F82571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A6E12D"/>
                </a:solidFill>
                <a:latin typeface="Consolas"/>
                <a:cs typeface="Consolas"/>
              </a:rPr>
              <a:t>class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=</a:t>
            </a:r>
            <a:r>
              <a:rPr sz="2400" kern="0" spc="-13" dirty="0">
                <a:solidFill>
                  <a:srgbClr val="E6DB74"/>
                </a:solidFill>
                <a:latin typeface="Consolas"/>
                <a:cs typeface="Consolas"/>
              </a:rPr>
              <a:t>"box2"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&gt;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B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&lt;/div&gt;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969409" defTabSz="1219170">
              <a:lnSpc>
                <a:spcPts val="2847"/>
              </a:lnSpc>
            </a:pPr>
            <a:r>
              <a:rPr sz="2400" kern="0" dirty="0">
                <a:solidFill>
                  <a:srgbClr val="F82571"/>
                </a:solidFill>
                <a:latin typeface="Consolas"/>
                <a:cs typeface="Consolas"/>
              </a:rPr>
              <a:t>&lt;div</a:t>
            </a:r>
            <a:r>
              <a:rPr sz="2400" kern="0" spc="47" dirty="0">
                <a:solidFill>
                  <a:srgbClr val="F82571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A6E12D"/>
                </a:solidFill>
                <a:latin typeface="Consolas"/>
                <a:cs typeface="Consolas"/>
              </a:rPr>
              <a:t>class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=</a:t>
            </a:r>
            <a:r>
              <a:rPr sz="2400" kern="0" spc="-13" dirty="0">
                <a:solidFill>
                  <a:srgbClr val="E6DB74"/>
                </a:solidFill>
                <a:latin typeface="Consolas"/>
                <a:cs typeface="Consolas"/>
              </a:rPr>
              <a:t>"box1"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&gt;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C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&lt;/div&gt;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969409" defTabSz="1219170">
              <a:spcBef>
                <a:spcPts val="20"/>
              </a:spcBef>
            </a:pPr>
            <a:r>
              <a:rPr sz="2400" kern="0" dirty="0">
                <a:solidFill>
                  <a:srgbClr val="F82571"/>
                </a:solidFill>
                <a:latin typeface="Consolas"/>
                <a:cs typeface="Consolas"/>
              </a:rPr>
              <a:t>&lt;div</a:t>
            </a:r>
            <a:r>
              <a:rPr sz="2400" kern="0" spc="47" dirty="0">
                <a:solidFill>
                  <a:srgbClr val="F82571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A6E12D"/>
                </a:solidFill>
                <a:latin typeface="Consolas"/>
                <a:cs typeface="Consolas"/>
              </a:rPr>
              <a:t>class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=</a:t>
            </a:r>
            <a:r>
              <a:rPr sz="2400" kern="0" spc="-13" dirty="0">
                <a:solidFill>
                  <a:srgbClr val="E6DB74"/>
                </a:solidFill>
                <a:latin typeface="Consolas"/>
                <a:cs typeface="Consolas"/>
              </a:rPr>
              <a:t>"box2"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&gt;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D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&lt;/div&gt;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969409" defTabSz="1219170">
              <a:lnSpc>
                <a:spcPts val="2840"/>
              </a:lnSpc>
              <a:spcBef>
                <a:spcPts val="27"/>
              </a:spcBef>
            </a:pPr>
            <a:r>
              <a:rPr sz="2400" kern="0" dirty="0">
                <a:solidFill>
                  <a:srgbClr val="F82571"/>
                </a:solidFill>
                <a:latin typeface="Consolas"/>
                <a:cs typeface="Consolas"/>
              </a:rPr>
              <a:t>&lt;div</a:t>
            </a:r>
            <a:r>
              <a:rPr sz="2400" kern="0" spc="47" dirty="0">
                <a:solidFill>
                  <a:srgbClr val="F82571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A6E12D"/>
                </a:solidFill>
                <a:latin typeface="Consolas"/>
                <a:cs typeface="Consolas"/>
              </a:rPr>
              <a:t>class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=</a:t>
            </a:r>
            <a:r>
              <a:rPr sz="2400" kern="0" spc="-13" dirty="0">
                <a:solidFill>
                  <a:srgbClr val="E6DB74"/>
                </a:solidFill>
                <a:latin typeface="Consolas"/>
                <a:cs typeface="Consolas"/>
              </a:rPr>
              <a:t>"box1"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&gt;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E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&lt;/div&gt;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969409" defTabSz="1219170">
              <a:lnSpc>
                <a:spcPts val="2840"/>
              </a:lnSpc>
            </a:pPr>
            <a:r>
              <a:rPr sz="2400" kern="0" dirty="0">
                <a:solidFill>
                  <a:srgbClr val="F82571"/>
                </a:solidFill>
                <a:latin typeface="Consolas"/>
                <a:cs typeface="Consolas"/>
              </a:rPr>
              <a:t>&lt;div</a:t>
            </a:r>
            <a:r>
              <a:rPr sz="2400" kern="0" spc="47" dirty="0">
                <a:solidFill>
                  <a:srgbClr val="F82571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A6E12D"/>
                </a:solidFill>
                <a:latin typeface="Consolas"/>
                <a:cs typeface="Consolas"/>
              </a:rPr>
              <a:t>class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=</a:t>
            </a:r>
            <a:r>
              <a:rPr sz="2400" kern="0" spc="-13" dirty="0">
                <a:solidFill>
                  <a:srgbClr val="E6DB74"/>
                </a:solidFill>
                <a:latin typeface="Consolas"/>
                <a:cs typeface="Consolas"/>
              </a:rPr>
              <a:t>"box2"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&gt;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F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&lt;/div&gt;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291246" defTabSz="1219170">
              <a:spcBef>
                <a:spcPts val="27"/>
              </a:spcBef>
            </a:pP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&lt;/div&gt;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92800" y="2171701"/>
            <a:ext cx="5384800" cy="3596776"/>
          </a:xfrm>
          <a:prstGeom prst="rect">
            <a:avLst/>
          </a:prstGeom>
          <a:solidFill>
            <a:srgbClr val="252525"/>
          </a:solidFill>
        </p:spPr>
        <p:txBody>
          <a:bodyPr vert="horz" wrap="square" lIns="0" tIns="54187" rIns="0" bIns="0" rtlCol="0">
            <a:spAutoFit/>
          </a:bodyPr>
          <a:lstStyle/>
          <a:p>
            <a:pPr defTabSz="1219170">
              <a:spcBef>
                <a:spcPts val="427"/>
              </a:spcBef>
            </a:pPr>
            <a:endParaRPr sz="1267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755208" defTabSz="1219170">
              <a:lnSpc>
                <a:spcPts val="1513"/>
              </a:lnSpc>
            </a:pPr>
            <a:r>
              <a:rPr sz="1267" kern="0" dirty="0">
                <a:solidFill>
                  <a:srgbClr val="A6E12D"/>
                </a:solidFill>
                <a:latin typeface="Consolas"/>
                <a:cs typeface="Consolas"/>
              </a:rPr>
              <a:t>.grid-container</a:t>
            </a:r>
            <a:r>
              <a:rPr sz="1267" kern="0" spc="460" dirty="0">
                <a:solidFill>
                  <a:srgbClr val="A6E12D"/>
                </a:solidFill>
                <a:latin typeface="Consolas"/>
                <a:cs typeface="Consolas"/>
              </a:rPr>
              <a:t> </a:t>
            </a:r>
            <a:r>
              <a:rPr sz="1267" kern="0" spc="-67" dirty="0">
                <a:solidFill>
                  <a:srgbClr val="F8F8F1"/>
                </a:solidFill>
                <a:latin typeface="Consolas"/>
                <a:cs typeface="Consolas"/>
              </a:rPr>
              <a:t>{</a:t>
            </a:r>
            <a:endParaRPr sz="12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242028" defTabSz="1219170">
              <a:lnSpc>
                <a:spcPts val="1513"/>
              </a:lnSpc>
            </a:pPr>
            <a:r>
              <a:rPr sz="1267" kern="0" dirty="0">
                <a:solidFill>
                  <a:srgbClr val="66D9EE"/>
                </a:solidFill>
                <a:latin typeface="Consolas"/>
                <a:cs typeface="Consolas"/>
              </a:rPr>
              <a:t>border</a:t>
            </a:r>
            <a:r>
              <a:rPr sz="1267" kern="0" dirty="0">
                <a:solidFill>
                  <a:srgbClr val="F8F8F1"/>
                </a:solidFill>
                <a:latin typeface="Consolas"/>
                <a:cs typeface="Consolas"/>
              </a:rPr>
              <a:t>:</a:t>
            </a:r>
            <a:r>
              <a:rPr sz="1267" kern="0" spc="180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sz="1267" kern="0" dirty="0">
                <a:solidFill>
                  <a:srgbClr val="AD81FF"/>
                </a:solidFill>
                <a:latin typeface="Consolas"/>
                <a:cs typeface="Consolas"/>
              </a:rPr>
              <a:t>1px</a:t>
            </a:r>
            <a:r>
              <a:rPr sz="1267" kern="0" spc="140" dirty="0">
                <a:solidFill>
                  <a:srgbClr val="AD81FF"/>
                </a:solidFill>
                <a:latin typeface="Consolas"/>
                <a:cs typeface="Consolas"/>
              </a:rPr>
              <a:t> </a:t>
            </a:r>
            <a:r>
              <a:rPr sz="1267" kern="0" dirty="0">
                <a:solidFill>
                  <a:srgbClr val="AD81FF"/>
                </a:solidFill>
                <a:latin typeface="Consolas"/>
                <a:cs typeface="Consolas"/>
              </a:rPr>
              <a:t>solid</a:t>
            </a:r>
            <a:r>
              <a:rPr sz="1267" kern="0" spc="220" dirty="0">
                <a:solidFill>
                  <a:srgbClr val="AD81FF"/>
                </a:solidFill>
                <a:latin typeface="Consolas"/>
                <a:cs typeface="Consolas"/>
              </a:rPr>
              <a:t> </a:t>
            </a:r>
            <a:r>
              <a:rPr sz="1267" kern="0" spc="-13" dirty="0">
                <a:solidFill>
                  <a:srgbClr val="AD81FF"/>
                </a:solidFill>
                <a:latin typeface="Consolas"/>
                <a:cs typeface="Consolas"/>
              </a:rPr>
              <a:t>#244000</a:t>
            </a:r>
            <a:r>
              <a:rPr sz="1267" kern="0" spc="-13" dirty="0">
                <a:solidFill>
                  <a:srgbClr val="F8F8F1"/>
                </a:solidFill>
                <a:latin typeface="Consolas"/>
                <a:cs typeface="Consolas"/>
              </a:rPr>
              <a:t>;</a:t>
            </a:r>
            <a:endParaRPr sz="12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242028" marR="2734665" defTabSz="1219170">
              <a:lnSpc>
                <a:spcPts val="1507"/>
              </a:lnSpc>
              <a:spcBef>
                <a:spcPts val="147"/>
              </a:spcBef>
            </a:pPr>
            <a:r>
              <a:rPr sz="1267" kern="0" dirty="0">
                <a:solidFill>
                  <a:srgbClr val="66D9EE"/>
                </a:solidFill>
                <a:latin typeface="Consolas"/>
                <a:cs typeface="Consolas"/>
              </a:rPr>
              <a:t>padding</a:t>
            </a:r>
            <a:r>
              <a:rPr sz="1267" kern="0" dirty="0">
                <a:solidFill>
                  <a:srgbClr val="F8F8F1"/>
                </a:solidFill>
                <a:latin typeface="Consolas"/>
                <a:cs typeface="Consolas"/>
              </a:rPr>
              <a:t>:</a:t>
            </a:r>
            <a:r>
              <a:rPr sz="1267" kern="0" spc="267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sz="1267" kern="0" spc="-13" dirty="0">
                <a:solidFill>
                  <a:srgbClr val="AD81FF"/>
                </a:solidFill>
                <a:latin typeface="Consolas"/>
                <a:cs typeface="Consolas"/>
              </a:rPr>
              <a:t>0.5em</a:t>
            </a:r>
            <a:r>
              <a:rPr sz="1267" kern="0" spc="-13" dirty="0">
                <a:solidFill>
                  <a:srgbClr val="F8F8F1"/>
                </a:solidFill>
                <a:latin typeface="Consolas"/>
                <a:cs typeface="Consolas"/>
              </a:rPr>
              <a:t>; </a:t>
            </a:r>
            <a:r>
              <a:rPr sz="1267" kern="0" dirty="0">
                <a:solidFill>
                  <a:srgbClr val="66D9EE"/>
                </a:solidFill>
                <a:latin typeface="Consolas"/>
                <a:cs typeface="Consolas"/>
              </a:rPr>
              <a:t>width</a:t>
            </a:r>
            <a:r>
              <a:rPr sz="1267" kern="0" dirty="0">
                <a:solidFill>
                  <a:srgbClr val="F8F8F1"/>
                </a:solidFill>
                <a:latin typeface="Consolas"/>
                <a:cs typeface="Consolas"/>
              </a:rPr>
              <a:t>:</a:t>
            </a:r>
            <a:r>
              <a:rPr sz="1267" kern="0" spc="213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sz="1267" kern="0" spc="-27" dirty="0">
                <a:solidFill>
                  <a:srgbClr val="AD81FF"/>
                </a:solidFill>
                <a:latin typeface="Consolas"/>
                <a:cs typeface="Consolas"/>
              </a:rPr>
              <a:t>50%</a:t>
            </a:r>
            <a:r>
              <a:rPr sz="1267" kern="0" spc="-27" dirty="0">
                <a:solidFill>
                  <a:srgbClr val="F8F8F1"/>
                </a:solidFill>
                <a:latin typeface="Consolas"/>
                <a:cs typeface="Consolas"/>
              </a:rPr>
              <a:t>; </a:t>
            </a:r>
            <a:r>
              <a:rPr sz="1267" kern="0" dirty="0">
                <a:solidFill>
                  <a:srgbClr val="66D9EE"/>
                </a:solidFill>
                <a:latin typeface="Consolas"/>
                <a:cs typeface="Consolas"/>
              </a:rPr>
              <a:t>display</a:t>
            </a:r>
            <a:r>
              <a:rPr sz="1267" kern="0" dirty="0">
                <a:solidFill>
                  <a:srgbClr val="F8F8F1"/>
                </a:solidFill>
                <a:latin typeface="Consolas"/>
                <a:cs typeface="Consolas"/>
              </a:rPr>
              <a:t>:</a:t>
            </a:r>
            <a:r>
              <a:rPr sz="1267" kern="0" spc="267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sz="1267" kern="0" spc="-13" dirty="0">
                <a:solidFill>
                  <a:srgbClr val="AD81FF"/>
                </a:solidFill>
                <a:latin typeface="Consolas"/>
                <a:cs typeface="Consolas"/>
              </a:rPr>
              <a:t>grid</a:t>
            </a:r>
            <a:r>
              <a:rPr sz="1267" kern="0" spc="-13" dirty="0">
                <a:solidFill>
                  <a:srgbClr val="F8F8F1"/>
                </a:solidFill>
                <a:latin typeface="Consolas"/>
                <a:cs typeface="Consolas"/>
              </a:rPr>
              <a:t>;</a:t>
            </a:r>
            <a:endParaRPr sz="12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242028" defTabSz="1219170">
              <a:lnSpc>
                <a:spcPts val="1507"/>
              </a:lnSpc>
              <a:spcBef>
                <a:spcPts val="27"/>
              </a:spcBef>
            </a:pPr>
            <a:r>
              <a:rPr sz="1267" kern="0" dirty="0">
                <a:solidFill>
                  <a:srgbClr val="66D9EE"/>
                </a:solidFill>
                <a:latin typeface="Consolas"/>
                <a:cs typeface="Consolas"/>
              </a:rPr>
              <a:t>grid-template-columns</a:t>
            </a:r>
            <a:r>
              <a:rPr sz="1267" kern="0" dirty="0">
                <a:solidFill>
                  <a:srgbClr val="F8F8F1"/>
                </a:solidFill>
                <a:latin typeface="Consolas"/>
                <a:cs typeface="Consolas"/>
              </a:rPr>
              <a:t>:</a:t>
            </a:r>
            <a:r>
              <a:rPr sz="1267" kern="0" spc="313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lang="lt-LT" sz="1267" kern="0" dirty="0">
                <a:solidFill>
                  <a:srgbClr val="AD81FF"/>
                </a:solidFill>
                <a:latin typeface="Consolas"/>
                <a:cs typeface="Consolas"/>
              </a:rPr>
              <a:t>7rem</a:t>
            </a:r>
            <a:r>
              <a:rPr sz="1267" kern="0" spc="373" dirty="0">
                <a:solidFill>
                  <a:srgbClr val="AD81FF"/>
                </a:solidFill>
                <a:latin typeface="Consolas"/>
                <a:cs typeface="Consolas"/>
              </a:rPr>
              <a:t> </a:t>
            </a:r>
            <a:r>
              <a:rPr lang="lt-LT" sz="1267" kern="0" dirty="0">
                <a:solidFill>
                  <a:srgbClr val="AD81FF"/>
                </a:solidFill>
                <a:latin typeface="Consolas"/>
                <a:cs typeface="Consolas"/>
              </a:rPr>
              <a:t>7rem</a:t>
            </a:r>
            <a:r>
              <a:rPr sz="1267" kern="0" spc="373" dirty="0">
                <a:solidFill>
                  <a:srgbClr val="AD81FF"/>
                </a:solidFill>
                <a:latin typeface="Consolas"/>
                <a:cs typeface="Consolas"/>
              </a:rPr>
              <a:t> </a:t>
            </a:r>
            <a:r>
              <a:rPr lang="lt-LT" sz="1267" kern="0" spc="-13" dirty="0">
                <a:solidFill>
                  <a:srgbClr val="AD81FF"/>
                </a:solidFill>
                <a:latin typeface="Consolas"/>
                <a:cs typeface="Consolas"/>
              </a:rPr>
              <a:t>7rem</a:t>
            </a:r>
            <a:r>
              <a:rPr sz="1267" kern="0" spc="-13" dirty="0">
                <a:solidFill>
                  <a:srgbClr val="F8F8F1"/>
                </a:solidFill>
                <a:latin typeface="Consolas"/>
                <a:cs typeface="Consolas"/>
              </a:rPr>
              <a:t>;</a:t>
            </a:r>
            <a:endParaRPr sz="12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869505" defTabSz="1219170">
              <a:lnSpc>
                <a:spcPts val="1513"/>
              </a:lnSpc>
            </a:pPr>
            <a:r>
              <a:rPr sz="1267" kern="0" spc="-67" dirty="0">
                <a:solidFill>
                  <a:srgbClr val="F8F8F1"/>
                </a:solidFill>
                <a:latin typeface="Consolas"/>
                <a:cs typeface="Consolas"/>
              </a:rPr>
              <a:t>}</a:t>
            </a:r>
            <a:endParaRPr sz="12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869505" defTabSz="1219170">
              <a:lnSpc>
                <a:spcPts val="1513"/>
              </a:lnSpc>
              <a:spcBef>
                <a:spcPts val="87"/>
              </a:spcBef>
            </a:pPr>
            <a:r>
              <a:rPr sz="1267" kern="0" dirty="0">
                <a:solidFill>
                  <a:srgbClr val="A6E12D"/>
                </a:solidFill>
                <a:latin typeface="Consolas"/>
                <a:cs typeface="Consolas"/>
              </a:rPr>
              <a:t>.box1</a:t>
            </a:r>
            <a:r>
              <a:rPr sz="1267" kern="0" spc="187" dirty="0">
                <a:solidFill>
                  <a:srgbClr val="A6E12D"/>
                </a:solidFill>
                <a:latin typeface="Consolas"/>
                <a:cs typeface="Consolas"/>
              </a:rPr>
              <a:t> </a:t>
            </a:r>
            <a:r>
              <a:rPr sz="1267" kern="0" spc="-67" dirty="0">
                <a:solidFill>
                  <a:srgbClr val="F8F8F1"/>
                </a:solidFill>
                <a:latin typeface="Consolas"/>
                <a:cs typeface="Consolas"/>
              </a:rPr>
              <a:t>{</a:t>
            </a:r>
            <a:endParaRPr sz="12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242028" defTabSz="1219170">
              <a:lnSpc>
                <a:spcPts val="1513"/>
              </a:lnSpc>
            </a:pPr>
            <a:r>
              <a:rPr sz="1267" kern="0" dirty="0">
                <a:solidFill>
                  <a:srgbClr val="66D9EE"/>
                </a:solidFill>
                <a:latin typeface="Consolas"/>
                <a:cs typeface="Consolas"/>
              </a:rPr>
              <a:t>background-color</a:t>
            </a:r>
            <a:r>
              <a:rPr sz="1267" kern="0" dirty="0">
                <a:solidFill>
                  <a:srgbClr val="F8F8F1"/>
                </a:solidFill>
                <a:latin typeface="Consolas"/>
                <a:cs typeface="Consolas"/>
              </a:rPr>
              <a:t>:</a:t>
            </a:r>
            <a:r>
              <a:rPr sz="1267" kern="0" spc="520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sz="1267" kern="0" spc="-13" dirty="0">
                <a:solidFill>
                  <a:srgbClr val="AD81FF"/>
                </a:solidFill>
                <a:latin typeface="Consolas"/>
                <a:cs typeface="Consolas"/>
              </a:rPr>
              <a:t>#77A892</a:t>
            </a:r>
            <a:r>
              <a:rPr sz="1267" kern="0" spc="-13" dirty="0">
                <a:solidFill>
                  <a:srgbClr val="F8F8F1"/>
                </a:solidFill>
                <a:latin typeface="Consolas"/>
                <a:cs typeface="Consolas"/>
              </a:rPr>
              <a:t>;</a:t>
            </a:r>
            <a:endParaRPr sz="12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242028" defTabSz="1219170">
              <a:lnSpc>
                <a:spcPts val="1513"/>
              </a:lnSpc>
              <a:spcBef>
                <a:spcPts val="80"/>
              </a:spcBef>
            </a:pPr>
            <a:r>
              <a:rPr sz="1267" kern="0" dirty="0">
                <a:solidFill>
                  <a:srgbClr val="66D9EE"/>
                </a:solidFill>
                <a:latin typeface="Consolas"/>
                <a:cs typeface="Consolas"/>
              </a:rPr>
              <a:t>padding</a:t>
            </a:r>
            <a:r>
              <a:rPr sz="1267" kern="0" dirty="0">
                <a:solidFill>
                  <a:srgbClr val="F8F8F1"/>
                </a:solidFill>
                <a:latin typeface="Consolas"/>
                <a:cs typeface="Consolas"/>
              </a:rPr>
              <a:t>:</a:t>
            </a:r>
            <a:r>
              <a:rPr sz="1267" kern="0" spc="267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lang="lt-LT" sz="1267" kern="0" spc="-13" dirty="0">
                <a:solidFill>
                  <a:srgbClr val="AD81FF"/>
                </a:solidFill>
                <a:latin typeface="Consolas"/>
                <a:cs typeface="Consolas"/>
              </a:rPr>
              <a:t>1.5rem</a:t>
            </a:r>
            <a:r>
              <a:rPr sz="1267" kern="0" spc="-13" dirty="0">
                <a:solidFill>
                  <a:srgbClr val="F8F8F1"/>
                </a:solidFill>
                <a:latin typeface="Consolas"/>
                <a:cs typeface="Consolas"/>
              </a:rPr>
              <a:t>;</a:t>
            </a:r>
            <a:endParaRPr sz="12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242028" defTabSz="1219170">
              <a:lnSpc>
                <a:spcPts val="1513"/>
              </a:lnSpc>
            </a:pPr>
            <a:r>
              <a:rPr sz="1267" kern="0" dirty="0">
                <a:solidFill>
                  <a:srgbClr val="66D9EE"/>
                </a:solidFill>
                <a:latin typeface="Consolas"/>
                <a:cs typeface="Consolas"/>
              </a:rPr>
              <a:t>text-align</a:t>
            </a:r>
            <a:r>
              <a:rPr sz="1267" kern="0" dirty="0">
                <a:solidFill>
                  <a:srgbClr val="F8F8F1"/>
                </a:solidFill>
                <a:latin typeface="Consolas"/>
                <a:cs typeface="Consolas"/>
              </a:rPr>
              <a:t>:</a:t>
            </a:r>
            <a:r>
              <a:rPr sz="1267" kern="0" spc="353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sz="1267" kern="0" spc="-13" dirty="0">
                <a:solidFill>
                  <a:srgbClr val="AD81FF"/>
                </a:solidFill>
                <a:latin typeface="Consolas"/>
                <a:cs typeface="Consolas"/>
              </a:rPr>
              <a:t>center</a:t>
            </a:r>
            <a:r>
              <a:rPr sz="1267" kern="0" spc="-13" dirty="0">
                <a:solidFill>
                  <a:srgbClr val="F8F8F1"/>
                </a:solidFill>
                <a:latin typeface="Consolas"/>
                <a:cs typeface="Consolas"/>
              </a:rPr>
              <a:t>;</a:t>
            </a:r>
            <a:endParaRPr sz="12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869505" defTabSz="1219170">
              <a:lnSpc>
                <a:spcPts val="1513"/>
              </a:lnSpc>
              <a:spcBef>
                <a:spcPts val="87"/>
              </a:spcBef>
            </a:pPr>
            <a:r>
              <a:rPr sz="1267" kern="0" spc="-67" dirty="0">
                <a:solidFill>
                  <a:srgbClr val="F8F8F1"/>
                </a:solidFill>
                <a:latin typeface="Consolas"/>
                <a:cs typeface="Consolas"/>
              </a:rPr>
              <a:t>}</a:t>
            </a:r>
            <a:endParaRPr sz="12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869505" defTabSz="1219170">
              <a:lnSpc>
                <a:spcPts val="1513"/>
              </a:lnSpc>
            </a:pPr>
            <a:r>
              <a:rPr sz="1267" kern="0" dirty="0">
                <a:solidFill>
                  <a:srgbClr val="A6E12D"/>
                </a:solidFill>
                <a:latin typeface="Consolas"/>
                <a:cs typeface="Consolas"/>
              </a:rPr>
              <a:t>.box2</a:t>
            </a:r>
            <a:r>
              <a:rPr sz="1267" kern="0" spc="193" dirty="0">
                <a:solidFill>
                  <a:srgbClr val="A6E12D"/>
                </a:solidFill>
                <a:latin typeface="Consolas"/>
                <a:cs typeface="Consolas"/>
              </a:rPr>
              <a:t> </a:t>
            </a:r>
            <a:r>
              <a:rPr sz="1267" kern="0" spc="-67" dirty="0">
                <a:solidFill>
                  <a:srgbClr val="F8F8F1"/>
                </a:solidFill>
                <a:latin typeface="Consolas"/>
                <a:cs typeface="Consolas"/>
              </a:rPr>
              <a:t>{</a:t>
            </a:r>
            <a:endParaRPr sz="12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242028" defTabSz="1219170">
              <a:lnSpc>
                <a:spcPts val="1513"/>
              </a:lnSpc>
              <a:spcBef>
                <a:spcPts val="80"/>
              </a:spcBef>
            </a:pPr>
            <a:r>
              <a:rPr sz="1267" kern="0" dirty="0">
                <a:solidFill>
                  <a:srgbClr val="66D9EE"/>
                </a:solidFill>
                <a:latin typeface="Consolas"/>
                <a:cs typeface="Consolas"/>
              </a:rPr>
              <a:t>background-color</a:t>
            </a:r>
            <a:r>
              <a:rPr sz="1267" kern="0" dirty="0">
                <a:solidFill>
                  <a:srgbClr val="F8F8F1"/>
                </a:solidFill>
                <a:latin typeface="Consolas"/>
                <a:cs typeface="Consolas"/>
              </a:rPr>
              <a:t>:</a:t>
            </a:r>
            <a:r>
              <a:rPr sz="1267" kern="0" spc="553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sz="1267" kern="0" spc="-13" dirty="0">
                <a:solidFill>
                  <a:srgbClr val="AD81FF"/>
                </a:solidFill>
                <a:latin typeface="Consolas"/>
                <a:cs typeface="Consolas"/>
              </a:rPr>
              <a:t>#355948</a:t>
            </a:r>
            <a:r>
              <a:rPr sz="1267" kern="0" spc="-13" dirty="0">
                <a:solidFill>
                  <a:srgbClr val="F8F8F1"/>
                </a:solidFill>
                <a:latin typeface="Consolas"/>
                <a:cs typeface="Consolas"/>
              </a:rPr>
              <a:t>;</a:t>
            </a:r>
            <a:endParaRPr sz="12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242028" defTabSz="1219170">
              <a:lnSpc>
                <a:spcPts val="1513"/>
              </a:lnSpc>
            </a:pPr>
            <a:r>
              <a:rPr sz="1267" kern="0" dirty="0">
                <a:solidFill>
                  <a:srgbClr val="66D9EE"/>
                </a:solidFill>
                <a:latin typeface="Consolas"/>
                <a:cs typeface="Consolas"/>
              </a:rPr>
              <a:t>padding</a:t>
            </a:r>
            <a:r>
              <a:rPr sz="1267" kern="0" dirty="0">
                <a:solidFill>
                  <a:srgbClr val="F8F8F1"/>
                </a:solidFill>
                <a:latin typeface="Consolas"/>
                <a:cs typeface="Consolas"/>
              </a:rPr>
              <a:t>:</a:t>
            </a:r>
            <a:r>
              <a:rPr sz="1267" kern="0" spc="267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lang="lt-LT" sz="1267" kern="0" spc="-13" dirty="0">
                <a:solidFill>
                  <a:srgbClr val="AD81FF"/>
                </a:solidFill>
                <a:latin typeface="Consolas"/>
                <a:cs typeface="Consolas"/>
              </a:rPr>
              <a:t>1.5rem</a:t>
            </a:r>
            <a:r>
              <a:rPr sz="1267" kern="0" spc="-13" dirty="0">
                <a:solidFill>
                  <a:srgbClr val="F8F8F1"/>
                </a:solidFill>
                <a:latin typeface="Consolas"/>
                <a:cs typeface="Consolas"/>
              </a:rPr>
              <a:t>;</a:t>
            </a:r>
            <a:endParaRPr sz="12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242028" defTabSz="1219170">
              <a:lnSpc>
                <a:spcPts val="1513"/>
              </a:lnSpc>
              <a:spcBef>
                <a:spcPts val="87"/>
              </a:spcBef>
            </a:pPr>
            <a:r>
              <a:rPr sz="1267" kern="0" dirty="0">
                <a:solidFill>
                  <a:srgbClr val="66D9EE"/>
                </a:solidFill>
                <a:latin typeface="Consolas"/>
                <a:cs typeface="Consolas"/>
              </a:rPr>
              <a:t>text-align</a:t>
            </a:r>
            <a:r>
              <a:rPr sz="1267" kern="0" dirty="0">
                <a:solidFill>
                  <a:srgbClr val="F8F8F1"/>
                </a:solidFill>
                <a:latin typeface="Consolas"/>
                <a:cs typeface="Consolas"/>
              </a:rPr>
              <a:t>:</a:t>
            </a:r>
            <a:r>
              <a:rPr sz="1267" kern="0" spc="353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sz="1267" kern="0" spc="-13" dirty="0">
                <a:solidFill>
                  <a:srgbClr val="AD81FF"/>
                </a:solidFill>
                <a:latin typeface="Consolas"/>
                <a:cs typeface="Consolas"/>
              </a:rPr>
              <a:t>center</a:t>
            </a:r>
            <a:r>
              <a:rPr sz="1267" kern="0" spc="-13" dirty="0">
                <a:solidFill>
                  <a:srgbClr val="F8F8F1"/>
                </a:solidFill>
                <a:latin typeface="Consolas"/>
                <a:cs typeface="Consolas"/>
              </a:rPr>
              <a:t>;</a:t>
            </a:r>
            <a:endParaRPr sz="12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869505" defTabSz="1219170">
              <a:lnSpc>
                <a:spcPts val="1513"/>
              </a:lnSpc>
            </a:pPr>
            <a:r>
              <a:rPr sz="1267" kern="0" spc="-67" dirty="0">
                <a:solidFill>
                  <a:srgbClr val="F8F8F1"/>
                </a:solidFill>
                <a:latin typeface="Consolas"/>
                <a:cs typeface="Consolas"/>
              </a:rPr>
              <a:t>}</a:t>
            </a:r>
            <a:endParaRPr sz="12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58185" y="4364144"/>
            <a:ext cx="2370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33" dirty="0">
                <a:solidFill>
                  <a:srgbClr val="878787"/>
                </a:solidFill>
                <a:latin typeface="Times New Roman"/>
                <a:cs typeface="Times New Roman"/>
              </a:rPr>
              <a:t>10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912" y="476955"/>
            <a:ext cx="13238480" cy="925104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pc="-27" dirty="0">
                <a:latin typeface="Consolas"/>
                <a:cs typeface="Consolas"/>
              </a:rPr>
              <a:t>grid-template-</a:t>
            </a:r>
            <a:r>
              <a:rPr spc="-13" dirty="0">
                <a:latin typeface="Consolas"/>
                <a:cs typeface="Consolas"/>
              </a:rPr>
              <a:t>columns</a:t>
            </a:r>
            <a:r>
              <a:rPr spc="-1667" dirty="0">
                <a:latin typeface="Consolas"/>
                <a:cs typeface="Consolas"/>
              </a:rPr>
              <a:t> </a:t>
            </a:r>
            <a:r>
              <a:rPr dirty="0"/>
              <a:t>|</a:t>
            </a:r>
            <a:r>
              <a:rPr spc="33" dirty="0"/>
              <a:t> </a:t>
            </a:r>
            <a:r>
              <a:rPr spc="-67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5433" y="1622214"/>
            <a:ext cx="5728547" cy="678883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474121" indent="-457189" defTabSz="1219170">
              <a:spcBef>
                <a:spcPts val="173"/>
              </a:spcBef>
              <a:buFont typeface="Arial"/>
              <a:buChar char="•"/>
              <a:tabLst>
                <a:tab pos="474121" algn="l"/>
              </a:tabLst>
            </a:pPr>
            <a:r>
              <a:rPr sz="42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Fiksuotas</a:t>
            </a:r>
            <a:r>
              <a:rPr sz="4267" kern="0" spc="-13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4267" kern="0" dirty="0" err="1">
                <a:solidFill>
                  <a:sysClr val="windowText" lastClr="000000"/>
                </a:solidFill>
                <a:latin typeface="Times New Roman"/>
                <a:cs typeface="Times New Roman"/>
              </a:rPr>
              <a:t>dydis</a:t>
            </a:r>
            <a:r>
              <a:rPr sz="4267" kern="0" spc="-3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4267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(</a:t>
            </a:r>
            <a:r>
              <a:rPr lang="lt-LT" sz="4267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20rem</a:t>
            </a:r>
            <a:r>
              <a:rPr sz="4267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)</a:t>
            </a:r>
            <a:endParaRPr sz="4267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pic>
        <p:nvPicPr>
          <p:cNvPr id="4" name="object 4" descr="Ekrano nukirtima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2801" y="2463800"/>
            <a:ext cx="10579100" cy="26924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539727" y="4420024"/>
            <a:ext cx="2370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33" dirty="0">
                <a:solidFill>
                  <a:srgbClr val="878787"/>
                </a:solidFill>
                <a:latin typeface="Times New Roman"/>
                <a:cs typeface="Times New Roman"/>
              </a:rPr>
              <a:t>11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912" y="476955"/>
            <a:ext cx="13238480" cy="925104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pc="-27" dirty="0">
                <a:latin typeface="Consolas"/>
                <a:cs typeface="Consolas"/>
              </a:rPr>
              <a:t>grid-template-</a:t>
            </a:r>
            <a:r>
              <a:rPr spc="-13" dirty="0">
                <a:latin typeface="Consolas"/>
                <a:cs typeface="Consolas"/>
              </a:rPr>
              <a:t>columns</a:t>
            </a:r>
            <a:r>
              <a:rPr spc="-1667" dirty="0">
                <a:latin typeface="Consolas"/>
                <a:cs typeface="Consolas"/>
              </a:rPr>
              <a:t> </a:t>
            </a:r>
            <a:r>
              <a:rPr dirty="0"/>
              <a:t>|</a:t>
            </a:r>
            <a:r>
              <a:rPr spc="33" dirty="0"/>
              <a:t> </a:t>
            </a:r>
            <a:r>
              <a:rPr spc="-67"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5434" y="1599353"/>
            <a:ext cx="6371167" cy="51039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defTabSz="1219170">
              <a:spcBef>
                <a:spcPts val="140"/>
              </a:spcBef>
              <a:tabLst>
                <a:tab pos="5605640" algn="l"/>
              </a:tabLst>
            </a:pPr>
            <a:r>
              <a:rPr sz="3200" b="1" kern="0" spc="-2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HTML</a:t>
            </a:r>
            <a:r>
              <a:rPr sz="3200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3200" b="1" kern="0" spc="-3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CSS</a:t>
            </a:r>
            <a:endParaRPr sz="32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800" y="2171700"/>
            <a:ext cx="5384800" cy="3229089"/>
          </a:xfrm>
          <a:prstGeom prst="rect">
            <a:avLst/>
          </a:prstGeom>
          <a:solidFill>
            <a:srgbClr val="252525"/>
          </a:solidFill>
        </p:spPr>
        <p:txBody>
          <a:bodyPr vert="horz" wrap="square" lIns="0" tIns="312420" rIns="0" bIns="0" rtlCol="0">
            <a:spAutoFit/>
          </a:bodyPr>
          <a:lstStyle/>
          <a:p>
            <a:pPr marL="291246" defTabSz="1219170">
              <a:spcBef>
                <a:spcPts val="2460"/>
              </a:spcBef>
            </a:pPr>
            <a:r>
              <a:rPr sz="2400" kern="0" dirty="0">
                <a:solidFill>
                  <a:srgbClr val="F82571"/>
                </a:solidFill>
                <a:latin typeface="Consolas"/>
                <a:cs typeface="Consolas"/>
              </a:rPr>
              <a:t>&lt;div</a:t>
            </a:r>
            <a:r>
              <a:rPr sz="2400" kern="0" spc="140" dirty="0">
                <a:solidFill>
                  <a:srgbClr val="F82571"/>
                </a:solidFill>
                <a:latin typeface="Consolas"/>
                <a:cs typeface="Consolas"/>
              </a:rPr>
              <a:t> </a:t>
            </a:r>
            <a:r>
              <a:rPr sz="2400" kern="0" dirty="0">
                <a:solidFill>
                  <a:srgbClr val="A6E12D"/>
                </a:solidFill>
                <a:latin typeface="Consolas"/>
                <a:cs typeface="Consolas"/>
              </a:rPr>
              <a:t>class</a:t>
            </a:r>
            <a:r>
              <a:rPr sz="2400" kern="0" dirty="0">
                <a:solidFill>
                  <a:srgbClr val="F8F8F1"/>
                </a:solidFill>
                <a:latin typeface="Consolas"/>
                <a:cs typeface="Consolas"/>
              </a:rPr>
              <a:t>=</a:t>
            </a:r>
            <a:r>
              <a:rPr sz="2400" kern="0" dirty="0">
                <a:solidFill>
                  <a:srgbClr val="E6DB74"/>
                </a:solidFill>
                <a:latin typeface="Consolas"/>
                <a:cs typeface="Consolas"/>
              </a:rPr>
              <a:t>"grid-</a:t>
            </a:r>
            <a:r>
              <a:rPr sz="2400" kern="0" spc="-13" dirty="0">
                <a:solidFill>
                  <a:srgbClr val="E6DB74"/>
                </a:solidFill>
                <a:latin typeface="Consolas"/>
                <a:cs typeface="Consolas"/>
              </a:rPr>
              <a:t>container"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969409" defTabSz="1219170">
              <a:spcBef>
                <a:spcPts val="27"/>
              </a:spcBef>
            </a:pPr>
            <a:r>
              <a:rPr sz="2400" kern="0" dirty="0">
                <a:solidFill>
                  <a:srgbClr val="F82571"/>
                </a:solidFill>
                <a:latin typeface="Consolas"/>
                <a:cs typeface="Consolas"/>
              </a:rPr>
              <a:t>&lt;div</a:t>
            </a:r>
            <a:r>
              <a:rPr sz="2400" kern="0" spc="47" dirty="0">
                <a:solidFill>
                  <a:srgbClr val="F82571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A6E12D"/>
                </a:solidFill>
                <a:latin typeface="Consolas"/>
                <a:cs typeface="Consolas"/>
              </a:rPr>
              <a:t>class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=</a:t>
            </a:r>
            <a:r>
              <a:rPr sz="2400" kern="0" spc="-13" dirty="0">
                <a:solidFill>
                  <a:srgbClr val="E6DB74"/>
                </a:solidFill>
                <a:latin typeface="Consolas"/>
                <a:cs typeface="Consolas"/>
              </a:rPr>
              <a:t>"box1"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&gt;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A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&lt;/div&gt;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969409" defTabSz="1219170">
              <a:lnSpc>
                <a:spcPts val="2847"/>
              </a:lnSpc>
              <a:spcBef>
                <a:spcPts val="27"/>
              </a:spcBef>
            </a:pPr>
            <a:r>
              <a:rPr sz="2400" kern="0" dirty="0">
                <a:solidFill>
                  <a:srgbClr val="F82571"/>
                </a:solidFill>
                <a:latin typeface="Consolas"/>
                <a:cs typeface="Consolas"/>
              </a:rPr>
              <a:t>&lt;div</a:t>
            </a:r>
            <a:r>
              <a:rPr sz="2400" kern="0" spc="47" dirty="0">
                <a:solidFill>
                  <a:srgbClr val="F82571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A6E12D"/>
                </a:solidFill>
                <a:latin typeface="Consolas"/>
                <a:cs typeface="Consolas"/>
              </a:rPr>
              <a:t>class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=</a:t>
            </a:r>
            <a:r>
              <a:rPr sz="2400" kern="0" spc="-13" dirty="0">
                <a:solidFill>
                  <a:srgbClr val="E6DB74"/>
                </a:solidFill>
                <a:latin typeface="Consolas"/>
                <a:cs typeface="Consolas"/>
              </a:rPr>
              <a:t>"box2"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&gt;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B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&lt;/div&gt;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969409" defTabSz="1219170">
              <a:lnSpc>
                <a:spcPts val="2847"/>
              </a:lnSpc>
            </a:pPr>
            <a:r>
              <a:rPr sz="2400" kern="0" dirty="0">
                <a:solidFill>
                  <a:srgbClr val="F82571"/>
                </a:solidFill>
                <a:latin typeface="Consolas"/>
                <a:cs typeface="Consolas"/>
              </a:rPr>
              <a:t>&lt;div</a:t>
            </a:r>
            <a:r>
              <a:rPr sz="2400" kern="0" spc="47" dirty="0">
                <a:solidFill>
                  <a:srgbClr val="F82571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A6E12D"/>
                </a:solidFill>
                <a:latin typeface="Consolas"/>
                <a:cs typeface="Consolas"/>
              </a:rPr>
              <a:t>class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=</a:t>
            </a:r>
            <a:r>
              <a:rPr sz="2400" kern="0" spc="-13" dirty="0">
                <a:solidFill>
                  <a:srgbClr val="E6DB74"/>
                </a:solidFill>
                <a:latin typeface="Consolas"/>
                <a:cs typeface="Consolas"/>
              </a:rPr>
              <a:t>"box1"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&gt;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C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&lt;/div&gt;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969409" defTabSz="1219170">
              <a:spcBef>
                <a:spcPts val="20"/>
              </a:spcBef>
            </a:pPr>
            <a:r>
              <a:rPr sz="2400" kern="0" dirty="0">
                <a:solidFill>
                  <a:srgbClr val="F82571"/>
                </a:solidFill>
                <a:latin typeface="Consolas"/>
                <a:cs typeface="Consolas"/>
              </a:rPr>
              <a:t>&lt;div</a:t>
            </a:r>
            <a:r>
              <a:rPr sz="2400" kern="0" spc="47" dirty="0">
                <a:solidFill>
                  <a:srgbClr val="F82571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A6E12D"/>
                </a:solidFill>
                <a:latin typeface="Consolas"/>
                <a:cs typeface="Consolas"/>
              </a:rPr>
              <a:t>class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=</a:t>
            </a:r>
            <a:r>
              <a:rPr sz="2400" kern="0" spc="-13" dirty="0">
                <a:solidFill>
                  <a:srgbClr val="E6DB74"/>
                </a:solidFill>
                <a:latin typeface="Consolas"/>
                <a:cs typeface="Consolas"/>
              </a:rPr>
              <a:t>"box2"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&gt;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D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&lt;/div&gt;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969409" defTabSz="1219170">
              <a:lnSpc>
                <a:spcPts val="2840"/>
              </a:lnSpc>
              <a:spcBef>
                <a:spcPts val="27"/>
              </a:spcBef>
            </a:pPr>
            <a:r>
              <a:rPr sz="2400" kern="0" dirty="0">
                <a:solidFill>
                  <a:srgbClr val="F82571"/>
                </a:solidFill>
                <a:latin typeface="Consolas"/>
                <a:cs typeface="Consolas"/>
              </a:rPr>
              <a:t>&lt;div</a:t>
            </a:r>
            <a:r>
              <a:rPr sz="2400" kern="0" spc="47" dirty="0">
                <a:solidFill>
                  <a:srgbClr val="F82571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A6E12D"/>
                </a:solidFill>
                <a:latin typeface="Consolas"/>
                <a:cs typeface="Consolas"/>
              </a:rPr>
              <a:t>class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=</a:t>
            </a:r>
            <a:r>
              <a:rPr sz="2400" kern="0" spc="-13" dirty="0">
                <a:solidFill>
                  <a:srgbClr val="E6DB74"/>
                </a:solidFill>
                <a:latin typeface="Consolas"/>
                <a:cs typeface="Consolas"/>
              </a:rPr>
              <a:t>"box1"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&gt;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E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&lt;/div&gt;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969409" defTabSz="1219170">
              <a:lnSpc>
                <a:spcPts val="2840"/>
              </a:lnSpc>
            </a:pPr>
            <a:r>
              <a:rPr sz="2400" kern="0" dirty="0">
                <a:solidFill>
                  <a:srgbClr val="F82571"/>
                </a:solidFill>
                <a:latin typeface="Consolas"/>
                <a:cs typeface="Consolas"/>
              </a:rPr>
              <a:t>&lt;div</a:t>
            </a:r>
            <a:r>
              <a:rPr sz="2400" kern="0" spc="47" dirty="0">
                <a:solidFill>
                  <a:srgbClr val="F82571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A6E12D"/>
                </a:solidFill>
                <a:latin typeface="Consolas"/>
                <a:cs typeface="Consolas"/>
              </a:rPr>
              <a:t>class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=</a:t>
            </a:r>
            <a:r>
              <a:rPr sz="2400" kern="0" spc="-13" dirty="0">
                <a:solidFill>
                  <a:srgbClr val="E6DB74"/>
                </a:solidFill>
                <a:latin typeface="Consolas"/>
                <a:cs typeface="Consolas"/>
              </a:rPr>
              <a:t>"box2"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&gt;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F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&lt;/div&gt;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291246" defTabSz="1219170">
              <a:spcBef>
                <a:spcPts val="27"/>
              </a:spcBef>
            </a:pP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&lt;/div&gt;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92800" y="2171701"/>
            <a:ext cx="5384800" cy="2449453"/>
          </a:xfrm>
          <a:prstGeom prst="rect">
            <a:avLst/>
          </a:prstGeom>
          <a:solidFill>
            <a:srgbClr val="252525"/>
          </a:solidFill>
        </p:spPr>
        <p:txBody>
          <a:bodyPr vert="horz" wrap="square" lIns="0" tIns="0" rIns="0" bIns="0" rtlCol="0">
            <a:spAutoFit/>
          </a:bodyPr>
          <a:lstStyle/>
          <a:p>
            <a:pPr defTabSz="1219170"/>
            <a:endParaRPr sz="1867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defTabSz="1219170"/>
            <a:endParaRPr sz="1867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defTabSz="1219170">
              <a:spcBef>
                <a:spcPts val="1813"/>
              </a:spcBef>
            </a:pPr>
            <a:endParaRPr sz="1867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386070" marR="3015751" indent="-262460" defTabSz="1219170">
              <a:lnSpc>
                <a:spcPct val="116199"/>
              </a:lnSpc>
            </a:pPr>
            <a:r>
              <a:rPr sz="1867" kern="0" spc="-13" dirty="0">
                <a:solidFill>
                  <a:srgbClr val="A6E12D"/>
                </a:solidFill>
                <a:latin typeface="Consolas"/>
                <a:cs typeface="Consolas"/>
              </a:rPr>
              <a:t>.grid-</a:t>
            </a:r>
            <a:r>
              <a:rPr sz="1867" kern="0" dirty="0">
                <a:solidFill>
                  <a:srgbClr val="A6E12D"/>
                </a:solidFill>
                <a:latin typeface="Consolas"/>
                <a:cs typeface="Consolas"/>
              </a:rPr>
              <a:t>container</a:t>
            </a:r>
            <a:r>
              <a:rPr sz="1867" kern="0" spc="-20" dirty="0">
                <a:solidFill>
                  <a:srgbClr val="A6E12D"/>
                </a:solidFill>
                <a:latin typeface="Consolas"/>
                <a:cs typeface="Consolas"/>
              </a:rPr>
              <a:t> </a:t>
            </a:r>
            <a:r>
              <a:rPr sz="1867" kern="0" spc="-67" dirty="0">
                <a:solidFill>
                  <a:srgbClr val="F8F8F1"/>
                </a:solidFill>
                <a:latin typeface="Consolas"/>
                <a:cs typeface="Consolas"/>
              </a:rPr>
              <a:t>{ </a:t>
            </a:r>
            <a:r>
              <a:rPr sz="1867" kern="0" dirty="0">
                <a:solidFill>
                  <a:srgbClr val="66D9EE"/>
                </a:solidFill>
                <a:latin typeface="Consolas"/>
                <a:cs typeface="Consolas"/>
              </a:rPr>
              <a:t>display</a:t>
            </a:r>
            <a:r>
              <a:rPr sz="1867" kern="0" dirty="0">
                <a:solidFill>
                  <a:srgbClr val="F8F8F1"/>
                </a:solidFill>
                <a:latin typeface="Consolas"/>
                <a:cs typeface="Consolas"/>
              </a:rPr>
              <a:t>:</a:t>
            </a:r>
            <a:r>
              <a:rPr sz="1867" kern="0" spc="-33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sz="1867" kern="0" spc="-27" dirty="0">
                <a:solidFill>
                  <a:srgbClr val="AD81FF"/>
                </a:solidFill>
                <a:latin typeface="Consolas"/>
                <a:cs typeface="Consolas"/>
              </a:rPr>
              <a:t>grid</a:t>
            </a:r>
            <a:r>
              <a:rPr sz="1867" kern="0" spc="-27" dirty="0">
                <a:solidFill>
                  <a:srgbClr val="F8F8F1"/>
                </a:solidFill>
                <a:latin typeface="Consolas"/>
                <a:cs typeface="Consolas"/>
              </a:rPr>
              <a:t>;</a:t>
            </a:r>
            <a:endParaRPr sz="18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386070" defTabSz="1219170">
              <a:spcBef>
                <a:spcPts val="367"/>
              </a:spcBef>
            </a:pPr>
            <a:r>
              <a:rPr sz="1867" kern="0" spc="-13" dirty="0">
                <a:solidFill>
                  <a:srgbClr val="66D9EE"/>
                </a:solidFill>
                <a:latin typeface="Consolas"/>
                <a:cs typeface="Consolas"/>
              </a:rPr>
              <a:t>grid-template-</a:t>
            </a:r>
            <a:r>
              <a:rPr sz="1867" kern="0" dirty="0">
                <a:solidFill>
                  <a:srgbClr val="66D9EE"/>
                </a:solidFill>
                <a:latin typeface="Consolas"/>
                <a:cs typeface="Consolas"/>
              </a:rPr>
              <a:t>columns</a:t>
            </a:r>
            <a:r>
              <a:rPr sz="1867" kern="0" dirty="0">
                <a:solidFill>
                  <a:srgbClr val="F8F8F1"/>
                </a:solidFill>
                <a:latin typeface="Consolas"/>
                <a:cs typeface="Consolas"/>
              </a:rPr>
              <a:t>: </a:t>
            </a:r>
            <a:r>
              <a:rPr sz="1867" kern="0" dirty="0">
                <a:solidFill>
                  <a:srgbClr val="AD81FF"/>
                </a:solidFill>
                <a:latin typeface="Consolas"/>
                <a:cs typeface="Consolas"/>
              </a:rPr>
              <a:t>1fr</a:t>
            </a:r>
            <a:r>
              <a:rPr sz="1867" kern="0" spc="-33" dirty="0">
                <a:solidFill>
                  <a:srgbClr val="AD81FF"/>
                </a:solidFill>
                <a:latin typeface="Consolas"/>
                <a:cs typeface="Consolas"/>
              </a:rPr>
              <a:t> </a:t>
            </a:r>
            <a:r>
              <a:rPr lang="lt-LT" sz="1867" kern="0" dirty="0">
                <a:solidFill>
                  <a:srgbClr val="AD81FF"/>
                </a:solidFill>
                <a:latin typeface="Consolas"/>
                <a:cs typeface="Consolas"/>
              </a:rPr>
              <a:t>8rem</a:t>
            </a:r>
            <a:r>
              <a:rPr sz="1867" kern="0" spc="40" dirty="0">
                <a:solidFill>
                  <a:srgbClr val="AD81FF"/>
                </a:solidFill>
                <a:latin typeface="Consolas"/>
                <a:cs typeface="Consolas"/>
              </a:rPr>
              <a:t> </a:t>
            </a:r>
            <a:r>
              <a:rPr sz="1867" kern="0" spc="-27" dirty="0">
                <a:solidFill>
                  <a:srgbClr val="AD81FF"/>
                </a:solidFill>
                <a:latin typeface="Consolas"/>
                <a:cs typeface="Consolas"/>
              </a:rPr>
              <a:t>50%</a:t>
            </a:r>
            <a:r>
              <a:rPr sz="1867" kern="0" spc="-27" dirty="0">
                <a:solidFill>
                  <a:srgbClr val="F8F8F1"/>
                </a:solidFill>
                <a:latin typeface="Consolas"/>
                <a:cs typeface="Consolas"/>
              </a:rPr>
              <a:t>;</a:t>
            </a:r>
            <a:endParaRPr sz="18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23610" defTabSz="1219170">
              <a:spcBef>
                <a:spcPts val="467"/>
              </a:spcBef>
            </a:pPr>
            <a:r>
              <a:rPr sz="1867" kern="0" spc="-67" dirty="0">
                <a:solidFill>
                  <a:srgbClr val="F8F8F1"/>
                </a:solidFill>
                <a:latin typeface="Consolas"/>
                <a:cs typeface="Consolas"/>
              </a:rPr>
              <a:t>}</a:t>
            </a:r>
            <a:endParaRPr sz="18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58185" y="4364144"/>
            <a:ext cx="2370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33" dirty="0">
                <a:solidFill>
                  <a:srgbClr val="878787"/>
                </a:solidFill>
                <a:latin typeface="Times New Roman"/>
                <a:cs typeface="Times New Roman"/>
              </a:rPr>
              <a:t>12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912" y="476955"/>
            <a:ext cx="13238480" cy="925104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pc="-27" dirty="0">
                <a:latin typeface="Consolas"/>
                <a:cs typeface="Consolas"/>
              </a:rPr>
              <a:t>grid-template-</a:t>
            </a:r>
            <a:r>
              <a:rPr spc="-13" dirty="0">
                <a:latin typeface="Consolas"/>
                <a:cs typeface="Consolas"/>
              </a:rPr>
              <a:t>columns</a:t>
            </a:r>
            <a:r>
              <a:rPr spc="-1667" dirty="0">
                <a:latin typeface="Consolas"/>
                <a:cs typeface="Consolas"/>
              </a:rPr>
              <a:t> </a:t>
            </a:r>
            <a:r>
              <a:rPr dirty="0"/>
              <a:t>|</a:t>
            </a:r>
            <a:r>
              <a:rPr spc="33" dirty="0"/>
              <a:t> </a:t>
            </a:r>
            <a:r>
              <a:rPr spc="-67" dirty="0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2367" y="1545590"/>
            <a:ext cx="10236200" cy="2506199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457189" indent="-440256" defTabSz="1219170">
              <a:spcBef>
                <a:spcPts val="740"/>
              </a:spcBef>
              <a:buFont typeface="Arial"/>
              <a:buChar char="•"/>
              <a:tabLst>
                <a:tab pos="457189" algn="l"/>
              </a:tabLst>
            </a:pPr>
            <a:r>
              <a:rPr sz="40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Skirtingi</a:t>
            </a:r>
            <a:r>
              <a:rPr sz="4000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40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dydžiai:</a:t>
            </a:r>
            <a:r>
              <a:rPr sz="4000" kern="0" spc="-2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4000" kern="0" dirty="0">
                <a:solidFill>
                  <a:sysClr val="windowText" lastClr="000000"/>
                </a:solidFill>
                <a:latin typeface="Consolas"/>
                <a:cs typeface="Consolas"/>
              </a:rPr>
              <a:t>fr,</a:t>
            </a:r>
            <a:r>
              <a:rPr sz="4000" kern="0" spc="-60" dirty="0">
                <a:solidFill>
                  <a:sysClr val="windowText" lastClr="000000"/>
                </a:solidFill>
                <a:latin typeface="Consolas"/>
                <a:cs typeface="Consolas"/>
              </a:rPr>
              <a:t> </a:t>
            </a:r>
            <a:r>
              <a:rPr lang="lt-LT" sz="4000" kern="0" spc="-60" dirty="0" err="1">
                <a:solidFill>
                  <a:sysClr val="windowText" lastClr="000000"/>
                </a:solidFill>
                <a:latin typeface="Consolas"/>
                <a:cs typeface="Consolas"/>
              </a:rPr>
              <a:t>rem</a:t>
            </a:r>
            <a:r>
              <a:rPr sz="4000" kern="0" dirty="0">
                <a:solidFill>
                  <a:sysClr val="windowText" lastClr="000000"/>
                </a:solidFill>
                <a:latin typeface="Consolas"/>
                <a:cs typeface="Consolas"/>
              </a:rPr>
              <a:t>,</a:t>
            </a:r>
            <a:r>
              <a:rPr sz="4000" kern="0" spc="-53" dirty="0">
                <a:solidFill>
                  <a:sysClr val="windowText" lastClr="000000"/>
                </a:solidFill>
                <a:latin typeface="Consolas"/>
                <a:cs typeface="Consolas"/>
              </a:rPr>
              <a:t> </a:t>
            </a:r>
            <a:r>
              <a:rPr sz="4000" kern="0" spc="-67" dirty="0">
                <a:solidFill>
                  <a:sysClr val="windowText" lastClr="000000"/>
                </a:solidFill>
                <a:latin typeface="Consolas"/>
                <a:cs typeface="Consolas"/>
              </a:rPr>
              <a:t>%</a:t>
            </a:r>
            <a:endParaRPr sz="40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457189" marR="6773" indent="-441102" defTabSz="1219170">
              <a:lnSpc>
                <a:spcPct val="102499"/>
              </a:lnSpc>
              <a:spcBef>
                <a:spcPts val="833"/>
              </a:spcBef>
              <a:buSzPct val="109090"/>
              <a:buFont typeface="Arial"/>
              <a:buChar char="•"/>
              <a:tabLst>
                <a:tab pos="457189" algn="l"/>
              </a:tabLst>
            </a:pPr>
            <a:r>
              <a:rPr sz="36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fr</a:t>
            </a:r>
            <a:r>
              <a:rPr sz="3667" kern="0" spc="5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6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–</a:t>
            </a:r>
            <a:r>
              <a:rPr sz="3667" kern="0" spc="10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6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CSS</a:t>
            </a:r>
            <a:r>
              <a:rPr sz="3667" kern="0" spc="10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6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Grid</a:t>
            </a:r>
            <a:r>
              <a:rPr sz="3667" kern="0" spc="10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6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Layout</a:t>
            </a:r>
            <a:r>
              <a:rPr sz="3667" kern="0" spc="13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6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pristato</a:t>
            </a:r>
            <a:r>
              <a:rPr sz="3667" kern="0" spc="1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6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naują</a:t>
            </a:r>
            <a:r>
              <a:rPr sz="3667" kern="0" spc="1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6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ilgio</a:t>
            </a:r>
            <a:r>
              <a:rPr sz="3667" kern="0" spc="1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667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matavimo </a:t>
            </a:r>
            <a:r>
              <a:rPr sz="36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vienetą,</a:t>
            </a:r>
            <a:r>
              <a:rPr sz="3667" kern="0" spc="4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6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vadinamą</a:t>
            </a:r>
            <a:r>
              <a:rPr sz="3667" kern="0" spc="3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6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fr,</a:t>
            </a:r>
            <a:r>
              <a:rPr sz="3667" kern="0" spc="16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6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kuris</a:t>
            </a:r>
            <a:r>
              <a:rPr sz="3667" kern="0" spc="14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6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yra</a:t>
            </a:r>
            <a:r>
              <a:rPr sz="3667" kern="0" spc="14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6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žodžio</a:t>
            </a:r>
            <a:r>
              <a:rPr sz="3667" kern="0" spc="12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667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„fraction“ </a:t>
            </a:r>
            <a:r>
              <a:rPr sz="36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(dalelė</a:t>
            </a:r>
            <a:r>
              <a:rPr sz="3667" kern="0" spc="9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6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/</a:t>
            </a:r>
            <a:r>
              <a:rPr sz="3667" kern="0" spc="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6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dalis)</a:t>
            </a:r>
            <a:r>
              <a:rPr sz="3667" kern="0" spc="12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667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trumpinys.</a:t>
            </a:r>
            <a:endParaRPr sz="3667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pic>
        <p:nvPicPr>
          <p:cNvPr id="4" name="object 4" descr="Ekrano nukirtima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4152900"/>
            <a:ext cx="10337800" cy="22098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539727" y="4420024"/>
            <a:ext cx="2370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33" dirty="0">
                <a:solidFill>
                  <a:srgbClr val="878787"/>
                </a:solidFill>
                <a:latin typeface="Times New Roman"/>
                <a:cs typeface="Times New Roman"/>
              </a:rPr>
              <a:t>13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305201" y="116502"/>
            <a:ext cx="745067" cy="605367"/>
            <a:chOff x="8478901" y="87376"/>
            <a:chExt cx="558800" cy="454025"/>
          </a:xfrm>
        </p:grpSpPr>
        <p:sp>
          <p:nvSpPr>
            <p:cNvPr id="7" name="object 7">
              <a:hlinkClick r:id="rId3"/>
            </p:cNvPr>
            <p:cNvSpPr/>
            <p:nvPr/>
          </p:nvSpPr>
          <p:spPr>
            <a:xfrm>
              <a:off x="8491601" y="100076"/>
              <a:ext cx="533400" cy="428625"/>
            </a:xfrm>
            <a:custGeom>
              <a:avLst/>
              <a:gdLst/>
              <a:ahLst/>
              <a:cxnLst/>
              <a:rect l="l" t="t" r="r" b="b"/>
              <a:pathLst>
                <a:path w="533400" h="428625">
                  <a:moveTo>
                    <a:pt x="533400" y="0"/>
                  </a:moveTo>
                  <a:lnTo>
                    <a:pt x="0" y="0"/>
                  </a:lnTo>
                  <a:lnTo>
                    <a:pt x="0" y="428625"/>
                  </a:lnTo>
                  <a:lnTo>
                    <a:pt x="533400" y="428625"/>
                  </a:lnTo>
                  <a:lnTo>
                    <a:pt x="533400" y="375031"/>
                  </a:lnTo>
                  <a:lnTo>
                    <a:pt x="266700" y="375031"/>
                  </a:lnTo>
                  <a:lnTo>
                    <a:pt x="223724" y="369286"/>
                  </a:lnTo>
                  <a:lnTo>
                    <a:pt x="185104" y="353074"/>
                  </a:lnTo>
                  <a:lnTo>
                    <a:pt x="152384" y="327929"/>
                  </a:lnTo>
                  <a:lnTo>
                    <a:pt x="127103" y="295387"/>
                  </a:lnTo>
                  <a:lnTo>
                    <a:pt x="110804" y="256982"/>
                  </a:lnTo>
                  <a:lnTo>
                    <a:pt x="105028" y="214249"/>
                  </a:lnTo>
                  <a:lnTo>
                    <a:pt x="110804" y="171515"/>
                  </a:lnTo>
                  <a:lnTo>
                    <a:pt x="127103" y="133110"/>
                  </a:lnTo>
                  <a:lnTo>
                    <a:pt x="152384" y="100568"/>
                  </a:lnTo>
                  <a:lnTo>
                    <a:pt x="185104" y="75423"/>
                  </a:lnTo>
                  <a:lnTo>
                    <a:pt x="223724" y="59211"/>
                  </a:lnTo>
                  <a:lnTo>
                    <a:pt x="266700" y="53466"/>
                  </a:lnTo>
                  <a:lnTo>
                    <a:pt x="533400" y="53466"/>
                  </a:lnTo>
                  <a:lnTo>
                    <a:pt x="533400" y="0"/>
                  </a:lnTo>
                  <a:close/>
                </a:path>
                <a:path w="533400" h="428625">
                  <a:moveTo>
                    <a:pt x="533400" y="53466"/>
                  </a:moveTo>
                  <a:lnTo>
                    <a:pt x="266700" y="53466"/>
                  </a:lnTo>
                  <a:lnTo>
                    <a:pt x="309622" y="59211"/>
                  </a:lnTo>
                  <a:lnTo>
                    <a:pt x="348205" y="75423"/>
                  </a:lnTo>
                  <a:lnTo>
                    <a:pt x="380904" y="100568"/>
                  </a:lnTo>
                  <a:lnTo>
                    <a:pt x="406174" y="133110"/>
                  </a:lnTo>
                  <a:lnTo>
                    <a:pt x="422469" y="171515"/>
                  </a:lnTo>
                  <a:lnTo>
                    <a:pt x="428244" y="214249"/>
                  </a:lnTo>
                  <a:lnTo>
                    <a:pt x="422469" y="256982"/>
                  </a:lnTo>
                  <a:lnTo>
                    <a:pt x="406174" y="295387"/>
                  </a:lnTo>
                  <a:lnTo>
                    <a:pt x="380904" y="327929"/>
                  </a:lnTo>
                  <a:lnTo>
                    <a:pt x="348205" y="353074"/>
                  </a:lnTo>
                  <a:lnTo>
                    <a:pt x="309622" y="369286"/>
                  </a:lnTo>
                  <a:lnTo>
                    <a:pt x="266700" y="375031"/>
                  </a:lnTo>
                  <a:lnTo>
                    <a:pt x="533400" y="375031"/>
                  </a:lnTo>
                  <a:lnTo>
                    <a:pt x="533400" y="53466"/>
                  </a:lnTo>
                  <a:close/>
                </a:path>
              </a:pathLst>
            </a:custGeom>
            <a:solidFill>
              <a:srgbClr val="1CACE3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object 8">
              <a:hlinkClick r:id="rId3"/>
            </p:cNvPr>
            <p:cNvSpPr/>
            <p:nvPr/>
          </p:nvSpPr>
          <p:spPr>
            <a:xfrm>
              <a:off x="8596630" y="153543"/>
              <a:ext cx="323215" cy="321945"/>
            </a:xfrm>
            <a:custGeom>
              <a:avLst/>
              <a:gdLst/>
              <a:ahLst/>
              <a:cxnLst/>
              <a:rect l="l" t="t" r="r" b="b"/>
              <a:pathLst>
                <a:path w="323215" h="321945">
                  <a:moveTo>
                    <a:pt x="161671" y="0"/>
                  </a:moveTo>
                  <a:lnTo>
                    <a:pt x="118695" y="5744"/>
                  </a:lnTo>
                  <a:lnTo>
                    <a:pt x="80075" y="21956"/>
                  </a:lnTo>
                  <a:lnTo>
                    <a:pt x="47355" y="47101"/>
                  </a:lnTo>
                  <a:lnTo>
                    <a:pt x="22074" y="79643"/>
                  </a:lnTo>
                  <a:lnTo>
                    <a:pt x="5775" y="118048"/>
                  </a:lnTo>
                  <a:lnTo>
                    <a:pt x="0" y="160782"/>
                  </a:lnTo>
                  <a:lnTo>
                    <a:pt x="5775" y="203515"/>
                  </a:lnTo>
                  <a:lnTo>
                    <a:pt x="22074" y="241920"/>
                  </a:lnTo>
                  <a:lnTo>
                    <a:pt x="47355" y="274462"/>
                  </a:lnTo>
                  <a:lnTo>
                    <a:pt x="80075" y="299607"/>
                  </a:lnTo>
                  <a:lnTo>
                    <a:pt x="118695" y="315819"/>
                  </a:lnTo>
                  <a:lnTo>
                    <a:pt x="161671" y="321564"/>
                  </a:lnTo>
                  <a:lnTo>
                    <a:pt x="204593" y="315819"/>
                  </a:lnTo>
                  <a:lnTo>
                    <a:pt x="243176" y="299607"/>
                  </a:lnTo>
                  <a:lnTo>
                    <a:pt x="266977" y="281305"/>
                  </a:lnTo>
                  <a:lnTo>
                    <a:pt x="100965" y="281305"/>
                  </a:lnTo>
                  <a:lnTo>
                    <a:pt x="100965" y="261239"/>
                  </a:lnTo>
                  <a:lnTo>
                    <a:pt x="131318" y="261239"/>
                  </a:lnTo>
                  <a:lnTo>
                    <a:pt x="131318" y="120650"/>
                  </a:lnTo>
                  <a:lnTo>
                    <a:pt x="100965" y="120650"/>
                  </a:lnTo>
                  <a:lnTo>
                    <a:pt x="100965" y="100457"/>
                  </a:lnTo>
                  <a:lnTo>
                    <a:pt x="309976" y="100457"/>
                  </a:lnTo>
                  <a:lnTo>
                    <a:pt x="301145" y="79643"/>
                  </a:lnTo>
                  <a:lnTo>
                    <a:pt x="293935" y="70358"/>
                  </a:lnTo>
                  <a:lnTo>
                    <a:pt x="161671" y="70358"/>
                  </a:lnTo>
                  <a:lnTo>
                    <a:pt x="149856" y="67994"/>
                  </a:lnTo>
                  <a:lnTo>
                    <a:pt x="140207" y="61547"/>
                  </a:lnTo>
                  <a:lnTo>
                    <a:pt x="133703" y="51980"/>
                  </a:lnTo>
                  <a:lnTo>
                    <a:pt x="131318" y="40259"/>
                  </a:lnTo>
                  <a:lnTo>
                    <a:pt x="133703" y="28517"/>
                  </a:lnTo>
                  <a:lnTo>
                    <a:pt x="140207" y="18907"/>
                  </a:lnTo>
                  <a:lnTo>
                    <a:pt x="149856" y="12416"/>
                  </a:lnTo>
                  <a:lnTo>
                    <a:pt x="161671" y="10033"/>
                  </a:lnTo>
                  <a:lnTo>
                    <a:pt x="214798" y="10033"/>
                  </a:lnTo>
                  <a:lnTo>
                    <a:pt x="204593" y="5744"/>
                  </a:lnTo>
                  <a:lnTo>
                    <a:pt x="161671" y="0"/>
                  </a:lnTo>
                  <a:close/>
                </a:path>
                <a:path w="323215" h="321945">
                  <a:moveTo>
                    <a:pt x="309976" y="100457"/>
                  </a:moveTo>
                  <a:lnTo>
                    <a:pt x="191897" y="100457"/>
                  </a:lnTo>
                  <a:lnTo>
                    <a:pt x="191897" y="261239"/>
                  </a:lnTo>
                  <a:lnTo>
                    <a:pt x="222250" y="261239"/>
                  </a:lnTo>
                  <a:lnTo>
                    <a:pt x="222250" y="281305"/>
                  </a:lnTo>
                  <a:lnTo>
                    <a:pt x="266977" y="281305"/>
                  </a:lnTo>
                  <a:lnTo>
                    <a:pt x="275875" y="274462"/>
                  </a:lnTo>
                  <a:lnTo>
                    <a:pt x="301145" y="241920"/>
                  </a:lnTo>
                  <a:lnTo>
                    <a:pt x="317440" y="203515"/>
                  </a:lnTo>
                  <a:lnTo>
                    <a:pt x="323215" y="160782"/>
                  </a:lnTo>
                  <a:lnTo>
                    <a:pt x="317440" y="118048"/>
                  </a:lnTo>
                  <a:lnTo>
                    <a:pt x="309976" y="100457"/>
                  </a:lnTo>
                  <a:close/>
                </a:path>
                <a:path w="323215" h="321945">
                  <a:moveTo>
                    <a:pt x="214798" y="10033"/>
                  </a:moveTo>
                  <a:lnTo>
                    <a:pt x="161671" y="10033"/>
                  </a:lnTo>
                  <a:lnTo>
                    <a:pt x="173412" y="12416"/>
                  </a:lnTo>
                  <a:lnTo>
                    <a:pt x="183022" y="18907"/>
                  </a:lnTo>
                  <a:lnTo>
                    <a:pt x="189513" y="28517"/>
                  </a:lnTo>
                  <a:lnTo>
                    <a:pt x="191897" y="40259"/>
                  </a:lnTo>
                  <a:lnTo>
                    <a:pt x="189513" y="51980"/>
                  </a:lnTo>
                  <a:lnTo>
                    <a:pt x="183022" y="61547"/>
                  </a:lnTo>
                  <a:lnTo>
                    <a:pt x="173412" y="67994"/>
                  </a:lnTo>
                  <a:lnTo>
                    <a:pt x="161671" y="70358"/>
                  </a:lnTo>
                  <a:lnTo>
                    <a:pt x="293935" y="70358"/>
                  </a:lnTo>
                  <a:lnTo>
                    <a:pt x="275875" y="47101"/>
                  </a:lnTo>
                  <a:lnTo>
                    <a:pt x="243176" y="21956"/>
                  </a:lnTo>
                  <a:lnTo>
                    <a:pt x="214798" y="10033"/>
                  </a:lnTo>
                  <a:close/>
                </a:path>
              </a:pathLst>
            </a:custGeom>
            <a:solidFill>
              <a:srgbClr val="11688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object 9">
              <a:hlinkClick r:id="rId3"/>
            </p:cNvPr>
            <p:cNvSpPr/>
            <p:nvPr/>
          </p:nvSpPr>
          <p:spPr>
            <a:xfrm>
              <a:off x="8697595" y="163576"/>
              <a:ext cx="121285" cy="271780"/>
            </a:xfrm>
            <a:custGeom>
              <a:avLst/>
              <a:gdLst/>
              <a:ahLst/>
              <a:cxnLst/>
              <a:rect l="l" t="t" r="r" b="b"/>
              <a:pathLst>
                <a:path w="121284" h="271780">
                  <a:moveTo>
                    <a:pt x="60705" y="0"/>
                  </a:moveTo>
                  <a:lnTo>
                    <a:pt x="48891" y="2383"/>
                  </a:lnTo>
                  <a:lnTo>
                    <a:pt x="39242" y="8874"/>
                  </a:lnTo>
                  <a:lnTo>
                    <a:pt x="32738" y="18484"/>
                  </a:lnTo>
                  <a:lnTo>
                    <a:pt x="30352" y="30225"/>
                  </a:lnTo>
                  <a:lnTo>
                    <a:pt x="32738" y="41947"/>
                  </a:lnTo>
                  <a:lnTo>
                    <a:pt x="39242" y="51514"/>
                  </a:lnTo>
                  <a:lnTo>
                    <a:pt x="48891" y="57961"/>
                  </a:lnTo>
                  <a:lnTo>
                    <a:pt x="60705" y="60325"/>
                  </a:lnTo>
                  <a:lnTo>
                    <a:pt x="72447" y="57961"/>
                  </a:lnTo>
                  <a:lnTo>
                    <a:pt x="82057" y="51514"/>
                  </a:lnTo>
                  <a:lnTo>
                    <a:pt x="88548" y="41947"/>
                  </a:lnTo>
                  <a:lnTo>
                    <a:pt x="90931" y="30225"/>
                  </a:lnTo>
                  <a:lnTo>
                    <a:pt x="88548" y="18484"/>
                  </a:lnTo>
                  <a:lnTo>
                    <a:pt x="82057" y="8874"/>
                  </a:lnTo>
                  <a:lnTo>
                    <a:pt x="72447" y="2383"/>
                  </a:lnTo>
                  <a:lnTo>
                    <a:pt x="60705" y="0"/>
                  </a:lnTo>
                  <a:close/>
                </a:path>
                <a:path w="121284" h="271780">
                  <a:moveTo>
                    <a:pt x="121284" y="251206"/>
                  </a:moveTo>
                  <a:lnTo>
                    <a:pt x="0" y="251206"/>
                  </a:lnTo>
                  <a:lnTo>
                    <a:pt x="0" y="271272"/>
                  </a:lnTo>
                  <a:lnTo>
                    <a:pt x="121284" y="271272"/>
                  </a:lnTo>
                  <a:lnTo>
                    <a:pt x="121284" y="251206"/>
                  </a:lnTo>
                  <a:close/>
                </a:path>
                <a:path w="121284" h="271780">
                  <a:moveTo>
                    <a:pt x="90931" y="90424"/>
                  </a:moveTo>
                  <a:lnTo>
                    <a:pt x="0" y="90424"/>
                  </a:lnTo>
                  <a:lnTo>
                    <a:pt x="0" y="110616"/>
                  </a:lnTo>
                  <a:lnTo>
                    <a:pt x="30352" y="110616"/>
                  </a:lnTo>
                  <a:lnTo>
                    <a:pt x="30352" y="251206"/>
                  </a:lnTo>
                  <a:lnTo>
                    <a:pt x="90931" y="251206"/>
                  </a:lnTo>
                  <a:lnTo>
                    <a:pt x="90931" y="90424"/>
                  </a:lnTo>
                  <a:close/>
                </a:path>
              </a:pathLst>
            </a:custGeom>
            <a:solidFill>
              <a:srgbClr val="77CEEE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object 10">
              <a:hlinkClick r:id="rId3"/>
            </p:cNvPr>
            <p:cNvSpPr/>
            <p:nvPr/>
          </p:nvSpPr>
          <p:spPr>
            <a:xfrm>
              <a:off x="8491601" y="100076"/>
              <a:ext cx="533400" cy="428625"/>
            </a:xfrm>
            <a:custGeom>
              <a:avLst/>
              <a:gdLst/>
              <a:ahLst/>
              <a:cxnLst/>
              <a:rect l="l" t="t" r="r" b="b"/>
              <a:pathLst>
                <a:path w="533400" h="428625">
                  <a:moveTo>
                    <a:pt x="0" y="0"/>
                  </a:moveTo>
                  <a:lnTo>
                    <a:pt x="533400" y="0"/>
                  </a:lnTo>
                  <a:lnTo>
                    <a:pt x="533400" y="428625"/>
                  </a:lnTo>
                  <a:lnTo>
                    <a:pt x="0" y="428625"/>
                  </a:lnTo>
                  <a:lnTo>
                    <a:pt x="0" y="0"/>
                  </a:lnTo>
                  <a:close/>
                </a:path>
                <a:path w="533400" h="428625">
                  <a:moveTo>
                    <a:pt x="266700" y="53466"/>
                  </a:moveTo>
                  <a:lnTo>
                    <a:pt x="309622" y="59211"/>
                  </a:lnTo>
                  <a:lnTo>
                    <a:pt x="348205" y="75423"/>
                  </a:lnTo>
                  <a:lnTo>
                    <a:pt x="380904" y="100568"/>
                  </a:lnTo>
                  <a:lnTo>
                    <a:pt x="406174" y="133110"/>
                  </a:lnTo>
                  <a:lnTo>
                    <a:pt x="422469" y="171515"/>
                  </a:lnTo>
                  <a:lnTo>
                    <a:pt x="428244" y="214249"/>
                  </a:lnTo>
                  <a:lnTo>
                    <a:pt x="422469" y="256982"/>
                  </a:lnTo>
                  <a:lnTo>
                    <a:pt x="406174" y="295387"/>
                  </a:lnTo>
                  <a:lnTo>
                    <a:pt x="380904" y="327929"/>
                  </a:lnTo>
                  <a:lnTo>
                    <a:pt x="348205" y="353074"/>
                  </a:lnTo>
                  <a:lnTo>
                    <a:pt x="309622" y="369286"/>
                  </a:lnTo>
                  <a:lnTo>
                    <a:pt x="266700" y="375031"/>
                  </a:lnTo>
                  <a:lnTo>
                    <a:pt x="223724" y="369286"/>
                  </a:lnTo>
                  <a:lnTo>
                    <a:pt x="185104" y="353074"/>
                  </a:lnTo>
                  <a:lnTo>
                    <a:pt x="152384" y="327929"/>
                  </a:lnTo>
                  <a:lnTo>
                    <a:pt x="127103" y="295387"/>
                  </a:lnTo>
                  <a:lnTo>
                    <a:pt x="110804" y="256982"/>
                  </a:lnTo>
                  <a:lnTo>
                    <a:pt x="105028" y="214249"/>
                  </a:lnTo>
                  <a:lnTo>
                    <a:pt x="110804" y="171515"/>
                  </a:lnTo>
                  <a:lnTo>
                    <a:pt x="127103" y="133110"/>
                  </a:lnTo>
                  <a:lnTo>
                    <a:pt x="152384" y="100568"/>
                  </a:lnTo>
                  <a:lnTo>
                    <a:pt x="185104" y="75423"/>
                  </a:lnTo>
                  <a:lnTo>
                    <a:pt x="223724" y="59211"/>
                  </a:lnTo>
                  <a:lnTo>
                    <a:pt x="266700" y="53466"/>
                  </a:lnTo>
                  <a:close/>
                </a:path>
                <a:path w="533400" h="428625">
                  <a:moveTo>
                    <a:pt x="266700" y="53466"/>
                  </a:moveTo>
                  <a:lnTo>
                    <a:pt x="309622" y="59211"/>
                  </a:lnTo>
                  <a:lnTo>
                    <a:pt x="348205" y="75423"/>
                  </a:lnTo>
                  <a:lnTo>
                    <a:pt x="380904" y="100568"/>
                  </a:lnTo>
                  <a:lnTo>
                    <a:pt x="406174" y="133110"/>
                  </a:lnTo>
                  <a:lnTo>
                    <a:pt x="422469" y="171515"/>
                  </a:lnTo>
                  <a:lnTo>
                    <a:pt x="428244" y="214249"/>
                  </a:lnTo>
                  <a:lnTo>
                    <a:pt x="422469" y="256982"/>
                  </a:lnTo>
                  <a:lnTo>
                    <a:pt x="406174" y="295387"/>
                  </a:lnTo>
                  <a:lnTo>
                    <a:pt x="380904" y="327929"/>
                  </a:lnTo>
                  <a:lnTo>
                    <a:pt x="348205" y="353074"/>
                  </a:lnTo>
                  <a:lnTo>
                    <a:pt x="309622" y="369286"/>
                  </a:lnTo>
                  <a:lnTo>
                    <a:pt x="266700" y="375031"/>
                  </a:lnTo>
                  <a:lnTo>
                    <a:pt x="223724" y="369286"/>
                  </a:lnTo>
                  <a:lnTo>
                    <a:pt x="185104" y="353074"/>
                  </a:lnTo>
                  <a:lnTo>
                    <a:pt x="152384" y="327929"/>
                  </a:lnTo>
                  <a:lnTo>
                    <a:pt x="127103" y="295387"/>
                  </a:lnTo>
                  <a:lnTo>
                    <a:pt x="110804" y="256982"/>
                  </a:lnTo>
                  <a:lnTo>
                    <a:pt x="105028" y="214249"/>
                  </a:lnTo>
                  <a:lnTo>
                    <a:pt x="110804" y="171515"/>
                  </a:lnTo>
                  <a:lnTo>
                    <a:pt x="127103" y="133110"/>
                  </a:lnTo>
                  <a:lnTo>
                    <a:pt x="152384" y="100568"/>
                  </a:lnTo>
                  <a:lnTo>
                    <a:pt x="185104" y="75423"/>
                  </a:lnTo>
                  <a:lnTo>
                    <a:pt x="223724" y="59211"/>
                  </a:lnTo>
                  <a:lnTo>
                    <a:pt x="266700" y="53466"/>
                  </a:lnTo>
                  <a:close/>
                </a:path>
              </a:pathLst>
            </a:custGeom>
            <a:ln w="25400">
              <a:solidFill>
                <a:srgbClr val="137DA6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1" name="object 11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84895" y="150876"/>
              <a:ext cx="146684" cy="296672"/>
            </a:xfrm>
            <a:prstGeom prst="rect">
              <a:avLst/>
            </a:prstGeom>
          </p:spPr>
        </p:pic>
        <p:sp>
          <p:nvSpPr>
            <p:cNvPr id="12" name="object 12">
              <a:hlinkClick r:id="rId3"/>
            </p:cNvPr>
            <p:cNvSpPr/>
            <p:nvPr/>
          </p:nvSpPr>
          <p:spPr>
            <a:xfrm>
              <a:off x="8491601" y="100076"/>
              <a:ext cx="533400" cy="428625"/>
            </a:xfrm>
            <a:custGeom>
              <a:avLst/>
              <a:gdLst/>
              <a:ahLst/>
              <a:cxnLst/>
              <a:rect l="l" t="t" r="r" b="b"/>
              <a:pathLst>
                <a:path w="533400" h="428625">
                  <a:moveTo>
                    <a:pt x="266700" y="53466"/>
                  </a:moveTo>
                  <a:lnTo>
                    <a:pt x="309622" y="59211"/>
                  </a:lnTo>
                  <a:lnTo>
                    <a:pt x="348205" y="75423"/>
                  </a:lnTo>
                  <a:lnTo>
                    <a:pt x="380904" y="100568"/>
                  </a:lnTo>
                  <a:lnTo>
                    <a:pt x="406174" y="133110"/>
                  </a:lnTo>
                  <a:lnTo>
                    <a:pt x="422469" y="171515"/>
                  </a:lnTo>
                  <a:lnTo>
                    <a:pt x="428244" y="214249"/>
                  </a:lnTo>
                  <a:lnTo>
                    <a:pt x="422469" y="256982"/>
                  </a:lnTo>
                  <a:lnTo>
                    <a:pt x="406174" y="295387"/>
                  </a:lnTo>
                  <a:lnTo>
                    <a:pt x="380904" y="327929"/>
                  </a:lnTo>
                  <a:lnTo>
                    <a:pt x="348205" y="353074"/>
                  </a:lnTo>
                  <a:lnTo>
                    <a:pt x="309622" y="369286"/>
                  </a:lnTo>
                  <a:lnTo>
                    <a:pt x="266700" y="375031"/>
                  </a:lnTo>
                  <a:lnTo>
                    <a:pt x="223724" y="369286"/>
                  </a:lnTo>
                  <a:lnTo>
                    <a:pt x="185104" y="353074"/>
                  </a:lnTo>
                  <a:lnTo>
                    <a:pt x="152384" y="327929"/>
                  </a:lnTo>
                  <a:lnTo>
                    <a:pt x="127103" y="295387"/>
                  </a:lnTo>
                  <a:lnTo>
                    <a:pt x="110804" y="256982"/>
                  </a:lnTo>
                  <a:lnTo>
                    <a:pt x="105028" y="214249"/>
                  </a:lnTo>
                  <a:lnTo>
                    <a:pt x="110804" y="171515"/>
                  </a:lnTo>
                  <a:lnTo>
                    <a:pt x="127103" y="133110"/>
                  </a:lnTo>
                  <a:lnTo>
                    <a:pt x="152384" y="100568"/>
                  </a:lnTo>
                  <a:lnTo>
                    <a:pt x="185104" y="75423"/>
                  </a:lnTo>
                  <a:lnTo>
                    <a:pt x="223724" y="59211"/>
                  </a:lnTo>
                  <a:lnTo>
                    <a:pt x="266700" y="53466"/>
                  </a:lnTo>
                  <a:close/>
                </a:path>
                <a:path w="533400" h="428625">
                  <a:moveTo>
                    <a:pt x="266700" y="63500"/>
                  </a:moveTo>
                  <a:lnTo>
                    <a:pt x="278441" y="65883"/>
                  </a:lnTo>
                  <a:lnTo>
                    <a:pt x="288051" y="72374"/>
                  </a:lnTo>
                  <a:lnTo>
                    <a:pt x="294542" y="81984"/>
                  </a:lnTo>
                  <a:lnTo>
                    <a:pt x="296925" y="93725"/>
                  </a:lnTo>
                  <a:lnTo>
                    <a:pt x="294542" y="105447"/>
                  </a:lnTo>
                  <a:lnTo>
                    <a:pt x="288051" y="115014"/>
                  </a:lnTo>
                  <a:lnTo>
                    <a:pt x="278441" y="121461"/>
                  </a:lnTo>
                  <a:lnTo>
                    <a:pt x="266700" y="123825"/>
                  </a:lnTo>
                  <a:lnTo>
                    <a:pt x="254885" y="121461"/>
                  </a:lnTo>
                  <a:lnTo>
                    <a:pt x="245236" y="115014"/>
                  </a:lnTo>
                  <a:lnTo>
                    <a:pt x="238732" y="105447"/>
                  </a:lnTo>
                  <a:lnTo>
                    <a:pt x="236347" y="93725"/>
                  </a:lnTo>
                  <a:lnTo>
                    <a:pt x="238732" y="81984"/>
                  </a:lnTo>
                  <a:lnTo>
                    <a:pt x="245236" y="72374"/>
                  </a:lnTo>
                  <a:lnTo>
                    <a:pt x="254885" y="65883"/>
                  </a:lnTo>
                  <a:lnTo>
                    <a:pt x="266700" y="63500"/>
                  </a:lnTo>
                </a:path>
                <a:path w="533400" h="428625">
                  <a:moveTo>
                    <a:pt x="205994" y="153924"/>
                  </a:moveTo>
                  <a:lnTo>
                    <a:pt x="296925" y="153924"/>
                  </a:lnTo>
                  <a:lnTo>
                    <a:pt x="296925" y="314706"/>
                  </a:lnTo>
                  <a:lnTo>
                    <a:pt x="327278" y="314706"/>
                  </a:lnTo>
                  <a:lnTo>
                    <a:pt x="327278" y="334772"/>
                  </a:lnTo>
                  <a:lnTo>
                    <a:pt x="205994" y="334772"/>
                  </a:lnTo>
                  <a:lnTo>
                    <a:pt x="205994" y="314706"/>
                  </a:lnTo>
                  <a:lnTo>
                    <a:pt x="236347" y="314706"/>
                  </a:lnTo>
                  <a:lnTo>
                    <a:pt x="236347" y="174116"/>
                  </a:lnTo>
                  <a:lnTo>
                    <a:pt x="205994" y="174116"/>
                  </a:lnTo>
                  <a:lnTo>
                    <a:pt x="205994" y="153924"/>
                  </a:lnTo>
                  <a:close/>
                </a:path>
                <a:path w="533400" h="428625">
                  <a:moveTo>
                    <a:pt x="0" y="428625"/>
                  </a:moveTo>
                  <a:lnTo>
                    <a:pt x="533400" y="428625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428625"/>
                  </a:lnTo>
                  <a:close/>
                </a:path>
              </a:pathLst>
            </a:custGeom>
            <a:ln w="25400">
              <a:solidFill>
                <a:srgbClr val="137DA6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912" y="476955"/>
            <a:ext cx="13238480" cy="925104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pc="-27" dirty="0">
                <a:latin typeface="Consolas"/>
                <a:cs typeface="Consolas"/>
              </a:rPr>
              <a:t>grid-template-</a:t>
            </a:r>
            <a:r>
              <a:rPr dirty="0">
                <a:latin typeface="Consolas"/>
                <a:cs typeface="Consolas"/>
              </a:rPr>
              <a:t>rows</a:t>
            </a:r>
            <a:r>
              <a:rPr spc="67" dirty="0">
                <a:latin typeface="Consolas"/>
                <a:cs typeface="Consolas"/>
              </a:rPr>
              <a:t> </a:t>
            </a:r>
            <a:r>
              <a:rPr dirty="0">
                <a:latin typeface="Consolas"/>
                <a:cs typeface="Consolas"/>
              </a:rPr>
              <a:t>|</a:t>
            </a:r>
            <a:r>
              <a:rPr spc="-7" dirty="0">
                <a:latin typeface="Consolas"/>
                <a:cs typeface="Consolas"/>
              </a:rPr>
              <a:t> </a:t>
            </a:r>
            <a:r>
              <a:rPr spc="-80" dirty="0">
                <a:latin typeface="Consolas"/>
                <a:cs typeface="Consolas"/>
              </a:rPr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5434" y="1599353"/>
            <a:ext cx="6371167" cy="51039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defTabSz="1219170">
              <a:spcBef>
                <a:spcPts val="140"/>
              </a:spcBef>
              <a:tabLst>
                <a:tab pos="5605640" algn="l"/>
              </a:tabLst>
            </a:pPr>
            <a:r>
              <a:rPr sz="3200" b="1" kern="0" spc="-2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HTML</a:t>
            </a:r>
            <a:r>
              <a:rPr sz="3200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3200" b="1" kern="0" spc="-3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CSS</a:t>
            </a:r>
            <a:endParaRPr sz="32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800" y="2171700"/>
            <a:ext cx="5384800" cy="3229089"/>
          </a:xfrm>
          <a:prstGeom prst="rect">
            <a:avLst/>
          </a:prstGeom>
          <a:solidFill>
            <a:srgbClr val="252525"/>
          </a:solidFill>
        </p:spPr>
        <p:txBody>
          <a:bodyPr vert="horz" wrap="square" lIns="0" tIns="312420" rIns="0" bIns="0" rtlCol="0">
            <a:spAutoFit/>
          </a:bodyPr>
          <a:lstStyle/>
          <a:p>
            <a:pPr marL="291246" defTabSz="1219170">
              <a:spcBef>
                <a:spcPts val="2460"/>
              </a:spcBef>
            </a:pPr>
            <a:r>
              <a:rPr sz="2400" kern="0" dirty="0">
                <a:solidFill>
                  <a:srgbClr val="F82571"/>
                </a:solidFill>
                <a:latin typeface="Consolas"/>
                <a:cs typeface="Consolas"/>
              </a:rPr>
              <a:t>&lt;div</a:t>
            </a:r>
            <a:r>
              <a:rPr sz="2400" kern="0" spc="140" dirty="0">
                <a:solidFill>
                  <a:srgbClr val="F82571"/>
                </a:solidFill>
                <a:latin typeface="Consolas"/>
                <a:cs typeface="Consolas"/>
              </a:rPr>
              <a:t> </a:t>
            </a:r>
            <a:r>
              <a:rPr sz="2400" kern="0" dirty="0">
                <a:solidFill>
                  <a:srgbClr val="A6E12D"/>
                </a:solidFill>
                <a:latin typeface="Consolas"/>
                <a:cs typeface="Consolas"/>
              </a:rPr>
              <a:t>class</a:t>
            </a:r>
            <a:r>
              <a:rPr sz="2400" kern="0" dirty="0">
                <a:solidFill>
                  <a:srgbClr val="F8F8F1"/>
                </a:solidFill>
                <a:latin typeface="Consolas"/>
                <a:cs typeface="Consolas"/>
              </a:rPr>
              <a:t>=</a:t>
            </a:r>
            <a:r>
              <a:rPr sz="2400" kern="0" dirty="0">
                <a:solidFill>
                  <a:srgbClr val="E6DB74"/>
                </a:solidFill>
                <a:latin typeface="Consolas"/>
                <a:cs typeface="Consolas"/>
              </a:rPr>
              <a:t>"grid-</a:t>
            </a:r>
            <a:r>
              <a:rPr sz="2400" kern="0" spc="-13" dirty="0">
                <a:solidFill>
                  <a:srgbClr val="E6DB74"/>
                </a:solidFill>
                <a:latin typeface="Consolas"/>
                <a:cs typeface="Consolas"/>
              </a:rPr>
              <a:t>container"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969409" defTabSz="1219170">
              <a:spcBef>
                <a:spcPts val="27"/>
              </a:spcBef>
            </a:pPr>
            <a:r>
              <a:rPr sz="2400" kern="0" dirty="0">
                <a:solidFill>
                  <a:srgbClr val="F82571"/>
                </a:solidFill>
                <a:latin typeface="Consolas"/>
                <a:cs typeface="Consolas"/>
              </a:rPr>
              <a:t>&lt;div</a:t>
            </a:r>
            <a:r>
              <a:rPr sz="2400" kern="0" spc="47" dirty="0">
                <a:solidFill>
                  <a:srgbClr val="F82571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A6E12D"/>
                </a:solidFill>
                <a:latin typeface="Consolas"/>
                <a:cs typeface="Consolas"/>
              </a:rPr>
              <a:t>class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=</a:t>
            </a:r>
            <a:r>
              <a:rPr sz="2400" kern="0" spc="-13" dirty="0">
                <a:solidFill>
                  <a:srgbClr val="E6DB74"/>
                </a:solidFill>
                <a:latin typeface="Consolas"/>
                <a:cs typeface="Consolas"/>
              </a:rPr>
              <a:t>"box1"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&gt;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A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&lt;/div&gt;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969409" defTabSz="1219170">
              <a:lnSpc>
                <a:spcPts val="2847"/>
              </a:lnSpc>
              <a:spcBef>
                <a:spcPts val="27"/>
              </a:spcBef>
            </a:pPr>
            <a:r>
              <a:rPr sz="2400" kern="0" dirty="0">
                <a:solidFill>
                  <a:srgbClr val="F82571"/>
                </a:solidFill>
                <a:latin typeface="Consolas"/>
                <a:cs typeface="Consolas"/>
              </a:rPr>
              <a:t>&lt;div</a:t>
            </a:r>
            <a:r>
              <a:rPr sz="2400" kern="0" spc="47" dirty="0">
                <a:solidFill>
                  <a:srgbClr val="F82571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A6E12D"/>
                </a:solidFill>
                <a:latin typeface="Consolas"/>
                <a:cs typeface="Consolas"/>
              </a:rPr>
              <a:t>class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=</a:t>
            </a:r>
            <a:r>
              <a:rPr sz="2400" kern="0" spc="-13" dirty="0">
                <a:solidFill>
                  <a:srgbClr val="E6DB74"/>
                </a:solidFill>
                <a:latin typeface="Consolas"/>
                <a:cs typeface="Consolas"/>
              </a:rPr>
              <a:t>"box2"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&gt;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B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&lt;/div&gt;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969409" defTabSz="1219170">
              <a:lnSpc>
                <a:spcPts val="2847"/>
              </a:lnSpc>
            </a:pPr>
            <a:r>
              <a:rPr sz="2400" kern="0" dirty="0">
                <a:solidFill>
                  <a:srgbClr val="F82571"/>
                </a:solidFill>
                <a:latin typeface="Consolas"/>
                <a:cs typeface="Consolas"/>
              </a:rPr>
              <a:t>&lt;div</a:t>
            </a:r>
            <a:r>
              <a:rPr sz="2400" kern="0" spc="47" dirty="0">
                <a:solidFill>
                  <a:srgbClr val="F82571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A6E12D"/>
                </a:solidFill>
                <a:latin typeface="Consolas"/>
                <a:cs typeface="Consolas"/>
              </a:rPr>
              <a:t>class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=</a:t>
            </a:r>
            <a:r>
              <a:rPr sz="2400" kern="0" spc="-13" dirty="0">
                <a:solidFill>
                  <a:srgbClr val="E6DB74"/>
                </a:solidFill>
                <a:latin typeface="Consolas"/>
                <a:cs typeface="Consolas"/>
              </a:rPr>
              <a:t>"box1"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&gt;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C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&lt;/div&gt;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969409" defTabSz="1219170">
              <a:spcBef>
                <a:spcPts val="20"/>
              </a:spcBef>
            </a:pPr>
            <a:r>
              <a:rPr sz="2400" kern="0" dirty="0">
                <a:solidFill>
                  <a:srgbClr val="F82571"/>
                </a:solidFill>
                <a:latin typeface="Consolas"/>
                <a:cs typeface="Consolas"/>
              </a:rPr>
              <a:t>&lt;div</a:t>
            </a:r>
            <a:r>
              <a:rPr sz="2400" kern="0" spc="47" dirty="0">
                <a:solidFill>
                  <a:srgbClr val="F82571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A6E12D"/>
                </a:solidFill>
                <a:latin typeface="Consolas"/>
                <a:cs typeface="Consolas"/>
              </a:rPr>
              <a:t>class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=</a:t>
            </a:r>
            <a:r>
              <a:rPr sz="2400" kern="0" spc="-13" dirty="0">
                <a:solidFill>
                  <a:srgbClr val="E6DB74"/>
                </a:solidFill>
                <a:latin typeface="Consolas"/>
                <a:cs typeface="Consolas"/>
              </a:rPr>
              <a:t>"box2"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&gt;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D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&lt;/div&gt;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969409" defTabSz="1219170">
              <a:lnSpc>
                <a:spcPts val="2840"/>
              </a:lnSpc>
              <a:spcBef>
                <a:spcPts val="27"/>
              </a:spcBef>
            </a:pPr>
            <a:r>
              <a:rPr sz="2400" kern="0" dirty="0">
                <a:solidFill>
                  <a:srgbClr val="F82571"/>
                </a:solidFill>
                <a:latin typeface="Consolas"/>
                <a:cs typeface="Consolas"/>
              </a:rPr>
              <a:t>&lt;div</a:t>
            </a:r>
            <a:r>
              <a:rPr sz="2400" kern="0" spc="47" dirty="0">
                <a:solidFill>
                  <a:srgbClr val="F82571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A6E12D"/>
                </a:solidFill>
                <a:latin typeface="Consolas"/>
                <a:cs typeface="Consolas"/>
              </a:rPr>
              <a:t>class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=</a:t>
            </a:r>
            <a:r>
              <a:rPr sz="2400" kern="0" spc="-13" dirty="0">
                <a:solidFill>
                  <a:srgbClr val="E6DB74"/>
                </a:solidFill>
                <a:latin typeface="Consolas"/>
                <a:cs typeface="Consolas"/>
              </a:rPr>
              <a:t>"box1"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&gt;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E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&lt;/div&gt;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969409" defTabSz="1219170">
              <a:lnSpc>
                <a:spcPts val="2840"/>
              </a:lnSpc>
            </a:pPr>
            <a:r>
              <a:rPr sz="2400" kern="0" dirty="0">
                <a:solidFill>
                  <a:srgbClr val="F82571"/>
                </a:solidFill>
                <a:latin typeface="Consolas"/>
                <a:cs typeface="Consolas"/>
              </a:rPr>
              <a:t>&lt;div</a:t>
            </a:r>
            <a:r>
              <a:rPr sz="2400" kern="0" spc="47" dirty="0">
                <a:solidFill>
                  <a:srgbClr val="F82571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A6E12D"/>
                </a:solidFill>
                <a:latin typeface="Consolas"/>
                <a:cs typeface="Consolas"/>
              </a:rPr>
              <a:t>class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=</a:t>
            </a:r>
            <a:r>
              <a:rPr sz="2400" kern="0" spc="-13" dirty="0">
                <a:solidFill>
                  <a:srgbClr val="E6DB74"/>
                </a:solidFill>
                <a:latin typeface="Consolas"/>
                <a:cs typeface="Consolas"/>
              </a:rPr>
              <a:t>"box2"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&gt;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F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&lt;/div&gt;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291246" defTabSz="1219170">
              <a:spcBef>
                <a:spcPts val="27"/>
              </a:spcBef>
            </a:pP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&lt;/div&gt;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92800" y="2171701"/>
            <a:ext cx="5384800" cy="2680670"/>
          </a:xfrm>
          <a:prstGeom prst="rect">
            <a:avLst/>
          </a:prstGeom>
          <a:solidFill>
            <a:srgbClr val="252525"/>
          </a:solidFill>
        </p:spPr>
        <p:txBody>
          <a:bodyPr vert="horz" wrap="square" lIns="0" tIns="0" rIns="0" bIns="0" rtlCol="0">
            <a:spAutoFit/>
          </a:bodyPr>
          <a:lstStyle/>
          <a:p>
            <a:pPr defTabSz="1219170"/>
            <a:endParaRPr sz="1667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defTabSz="1219170"/>
            <a:endParaRPr sz="1667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defTabSz="1219170"/>
            <a:endParaRPr sz="1667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defTabSz="1219170">
              <a:spcBef>
                <a:spcPts val="927"/>
              </a:spcBef>
            </a:pPr>
            <a:endParaRPr sz="1667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123610" defTabSz="1219170"/>
            <a:r>
              <a:rPr sz="1667" kern="0" dirty="0">
                <a:solidFill>
                  <a:srgbClr val="A6E12D"/>
                </a:solidFill>
                <a:latin typeface="Consolas"/>
                <a:cs typeface="Consolas"/>
              </a:rPr>
              <a:t>.grid-container</a:t>
            </a:r>
            <a:r>
              <a:rPr sz="1667" kern="0" spc="380" dirty="0">
                <a:solidFill>
                  <a:srgbClr val="A6E12D"/>
                </a:solidFill>
                <a:latin typeface="Consolas"/>
                <a:cs typeface="Consolas"/>
              </a:rPr>
              <a:t> </a:t>
            </a:r>
            <a:r>
              <a:rPr sz="1667" kern="0" spc="-67" dirty="0">
                <a:solidFill>
                  <a:srgbClr val="F8F8F1"/>
                </a:solidFill>
                <a:latin typeface="Consolas"/>
                <a:cs typeface="Consolas"/>
              </a:rPr>
              <a:t>{</a:t>
            </a:r>
            <a:endParaRPr sz="16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727268" defTabSz="1219170">
              <a:spcBef>
                <a:spcPts val="500"/>
              </a:spcBef>
            </a:pPr>
            <a:r>
              <a:rPr sz="1667" kern="0" dirty="0">
                <a:solidFill>
                  <a:srgbClr val="66D9EE"/>
                </a:solidFill>
                <a:latin typeface="Consolas"/>
                <a:cs typeface="Consolas"/>
              </a:rPr>
              <a:t>display</a:t>
            </a:r>
            <a:r>
              <a:rPr sz="1667" kern="0" dirty="0">
                <a:solidFill>
                  <a:srgbClr val="F8F8F1"/>
                </a:solidFill>
                <a:latin typeface="Consolas"/>
                <a:cs typeface="Consolas"/>
              </a:rPr>
              <a:t>:</a:t>
            </a:r>
            <a:r>
              <a:rPr sz="1667" kern="0" spc="280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sz="1667" kern="0" spc="-27" dirty="0">
                <a:solidFill>
                  <a:srgbClr val="AD81FF"/>
                </a:solidFill>
                <a:latin typeface="Consolas"/>
                <a:cs typeface="Consolas"/>
              </a:rPr>
              <a:t>grid</a:t>
            </a:r>
            <a:r>
              <a:rPr sz="1667" kern="0" spc="-27" dirty="0">
                <a:solidFill>
                  <a:srgbClr val="F8F8F1"/>
                </a:solidFill>
                <a:latin typeface="Consolas"/>
                <a:cs typeface="Consolas"/>
              </a:rPr>
              <a:t>;</a:t>
            </a:r>
            <a:endParaRPr sz="16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727268" marR="421629" defTabSz="1219170">
              <a:lnSpc>
                <a:spcPts val="2507"/>
              </a:lnSpc>
              <a:spcBef>
                <a:spcPts val="167"/>
              </a:spcBef>
            </a:pPr>
            <a:r>
              <a:rPr sz="1667" kern="0" dirty="0">
                <a:solidFill>
                  <a:srgbClr val="66D9EE"/>
                </a:solidFill>
                <a:latin typeface="Consolas"/>
                <a:cs typeface="Consolas"/>
              </a:rPr>
              <a:t>grid-template-columns</a:t>
            </a:r>
            <a:r>
              <a:rPr sz="1667" kern="0" dirty="0">
                <a:solidFill>
                  <a:srgbClr val="F8F8F1"/>
                </a:solidFill>
                <a:latin typeface="Consolas"/>
                <a:cs typeface="Consolas"/>
              </a:rPr>
              <a:t>:</a:t>
            </a:r>
            <a:r>
              <a:rPr sz="1667" kern="0" spc="305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sz="1667" kern="0" dirty="0">
                <a:solidFill>
                  <a:srgbClr val="AD81FF"/>
                </a:solidFill>
                <a:latin typeface="Consolas"/>
                <a:cs typeface="Consolas"/>
              </a:rPr>
              <a:t>1fr</a:t>
            </a:r>
            <a:r>
              <a:rPr sz="1667" kern="0" spc="305" dirty="0">
                <a:solidFill>
                  <a:srgbClr val="AD81FF"/>
                </a:solidFill>
                <a:latin typeface="Consolas"/>
                <a:cs typeface="Consolas"/>
              </a:rPr>
              <a:t> </a:t>
            </a:r>
            <a:r>
              <a:rPr sz="1667" kern="0" dirty="0">
                <a:solidFill>
                  <a:srgbClr val="AD81FF"/>
                </a:solidFill>
                <a:latin typeface="Consolas"/>
                <a:cs typeface="Consolas"/>
              </a:rPr>
              <a:t>1fr</a:t>
            </a:r>
            <a:r>
              <a:rPr sz="1667" kern="0" spc="305" dirty="0">
                <a:solidFill>
                  <a:srgbClr val="AD81FF"/>
                </a:solidFill>
                <a:latin typeface="Consolas"/>
                <a:cs typeface="Consolas"/>
              </a:rPr>
              <a:t> </a:t>
            </a:r>
            <a:r>
              <a:rPr sz="1667" kern="0" spc="-27" dirty="0">
                <a:solidFill>
                  <a:srgbClr val="AD81FF"/>
                </a:solidFill>
                <a:latin typeface="Consolas"/>
                <a:cs typeface="Consolas"/>
              </a:rPr>
              <a:t>1fr</a:t>
            </a:r>
            <a:r>
              <a:rPr sz="1667" kern="0" spc="-27" dirty="0">
                <a:solidFill>
                  <a:srgbClr val="F8F8F1"/>
                </a:solidFill>
                <a:latin typeface="Consolas"/>
                <a:cs typeface="Consolas"/>
              </a:rPr>
              <a:t>; </a:t>
            </a:r>
            <a:r>
              <a:rPr sz="1667" kern="0" dirty="0">
                <a:solidFill>
                  <a:srgbClr val="66D9EE"/>
                </a:solidFill>
                <a:latin typeface="Consolas"/>
                <a:cs typeface="Consolas"/>
              </a:rPr>
              <a:t>grid-template-rows</a:t>
            </a:r>
            <a:r>
              <a:rPr sz="1667" kern="0" dirty="0">
                <a:solidFill>
                  <a:srgbClr val="F8F8F1"/>
                </a:solidFill>
                <a:latin typeface="Consolas"/>
                <a:cs typeface="Consolas"/>
              </a:rPr>
              <a:t>:</a:t>
            </a:r>
            <a:r>
              <a:rPr sz="1667" kern="0" spc="380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lang="lt-LT" sz="1667" kern="0" dirty="0">
                <a:solidFill>
                  <a:srgbClr val="AD81FF"/>
                </a:solidFill>
                <a:latin typeface="Consolas"/>
                <a:cs typeface="Consolas"/>
              </a:rPr>
              <a:t>9rem</a:t>
            </a:r>
            <a:r>
              <a:rPr sz="1667" kern="0" spc="400" dirty="0">
                <a:solidFill>
                  <a:srgbClr val="AD81FF"/>
                </a:solidFill>
                <a:latin typeface="Consolas"/>
                <a:cs typeface="Consolas"/>
              </a:rPr>
              <a:t> </a:t>
            </a:r>
            <a:r>
              <a:rPr lang="lt-LT" sz="1667" kern="0" spc="-13" dirty="0">
                <a:solidFill>
                  <a:srgbClr val="AD81FF"/>
                </a:solidFill>
                <a:latin typeface="Consolas"/>
                <a:cs typeface="Consolas"/>
              </a:rPr>
              <a:t>9rem</a:t>
            </a:r>
            <a:r>
              <a:rPr sz="1667" kern="0" spc="-13" dirty="0">
                <a:solidFill>
                  <a:srgbClr val="F8F8F1"/>
                </a:solidFill>
                <a:latin typeface="Consolas"/>
                <a:cs typeface="Consolas"/>
              </a:rPr>
              <a:t>;</a:t>
            </a:r>
            <a:endParaRPr sz="16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243834" defTabSz="1219170">
              <a:spcBef>
                <a:spcPts val="333"/>
              </a:spcBef>
            </a:pPr>
            <a:r>
              <a:rPr sz="1667" kern="0" spc="-67" dirty="0">
                <a:solidFill>
                  <a:srgbClr val="F8F8F1"/>
                </a:solidFill>
                <a:latin typeface="Consolas"/>
                <a:cs typeface="Consolas"/>
              </a:rPr>
              <a:t>}</a:t>
            </a:r>
            <a:endParaRPr sz="16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58185" y="4364144"/>
            <a:ext cx="2370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33" dirty="0">
                <a:solidFill>
                  <a:srgbClr val="878787"/>
                </a:solidFill>
                <a:latin typeface="Times New Roman"/>
                <a:cs typeface="Times New Roman"/>
              </a:rPr>
              <a:t>14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912" y="476955"/>
            <a:ext cx="13238480" cy="925104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pc="-27" dirty="0">
                <a:latin typeface="Consolas"/>
                <a:cs typeface="Consolas"/>
              </a:rPr>
              <a:t>grid-template-</a:t>
            </a:r>
            <a:r>
              <a:rPr dirty="0">
                <a:latin typeface="Consolas"/>
                <a:cs typeface="Consolas"/>
              </a:rPr>
              <a:t>rows</a:t>
            </a:r>
            <a:r>
              <a:rPr spc="67" dirty="0">
                <a:latin typeface="Consolas"/>
                <a:cs typeface="Consolas"/>
              </a:rPr>
              <a:t> </a:t>
            </a:r>
            <a:r>
              <a:rPr dirty="0">
                <a:latin typeface="Consolas"/>
                <a:cs typeface="Consolas"/>
              </a:rPr>
              <a:t>|</a:t>
            </a:r>
            <a:r>
              <a:rPr spc="-7" dirty="0">
                <a:latin typeface="Consolas"/>
                <a:cs typeface="Consolas"/>
              </a:rPr>
              <a:t> </a:t>
            </a:r>
            <a:r>
              <a:rPr spc="-80" dirty="0">
                <a:latin typeface="Consolas"/>
                <a:cs typeface="Consolas"/>
              </a:rPr>
              <a:t>2</a:t>
            </a:r>
          </a:p>
        </p:txBody>
      </p:sp>
      <p:pic>
        <p:nvPicPr>
          <p:cNvPr id="3" name="object 3" descr="Ekrano nukirtima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6500" y="1600200"/>
            <a:ext cx="9779000" cy="45212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539727" y="4420024"/>
            <a:ext cx="2370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33" dirty="0">
                <a:solidFill>
                  <a:srgbClr val="878787"/>
                </a:solidFill>
                <a:latin typeface="Times New Roman"/>
                <a:cs typeface="Times New Roman"/>
              </a:rPr>
              <a:t>15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912" y="476955"/>
            <a:ext cx="13238480" cy="925104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pc="-27" dirty="0">
                <a:latin typeface="Consolas"/>
                <a:cs typeface="Consolas"/>
              </a:rPr>
              <a:t>grid-auto-</a:t>
            </a:r>
            <a:r>
              <a:rPr dirty="0">
                <a:latin typeface="Consolas"/>
                <a:cs typeface="Consolas"/>
              </a:rPr>
              <a:t>rows</a:t>
            </a:r>
            <a:r>
              <a:rPr spc="53" dirty="0">
                <a:latin typeface="Consolas"/>
                <a:cs typeface="Consolas"/>
              </a:rPr>
              <a:t> </a:t>
            </a:r>
            <a:r>
              <a:rPr dirty="0">
                <a:latin typeface="Consolas"/>
                <a:cs typeface="Consolas"/>
              </a:rPr>
              <a:t>|</a:t>
            </a:r>
            <a:r>
              <a:rPr spc="-33" dirty="0">
                <a:latin typeface="Consolas"/>
                <a:cs typeface="Consolas"/>
              </a:rPr>
              <a:t> </a:t>
            </a:r>
            <a:r>
              <a:rPr spc="-67" dirty="0">
                <a:latin typeface="Consolas"/>
                <a:cs typeface="Consolas"/>
              </a:rPr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5434" y="1599353"/>
            <a:ext cx="6371167" cy="51039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defTabSz="1219170">
              <a:spcBef>
                <a:spcPts val="140"/>
              </a:spcBef>
              <a:tabLst>
                <a:tab pos="5605640" algn="l"/>
              </a:tabLst>
            </a:pPr>
            <a:r>
              <a:rPr sz="3200" b="1" kern="0" spc="-2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HTML</a:t>
            </a:r>
            <a:r>
              <a:rPr sz="3200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3200" b="1" kern="0" spc="-3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CSS</a:t>
            </a:r>
            <a:endParaRPr sz="32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800" y="2171700"/>
            <a:ext cx="5384800" cy="3229089"/>
          </a:xfrm>
          <a:prstGeom prst="rect">
            <a:avLst/>
          </a:prstGeom>
          <a:solidFill>
            <a:srgbClr val="252525"/>
          </a:solidFill>
        </p:spPr>
        <p:txBody>
          <a:bodyPr vert="horz" wrap="square" lIns="0" tIns="312420" rIns="0" bIns="0" rtlCol="0">
            <a:spAutoFit/>
          </a:bodyPr>
          <a:lstStyle/>
          <a:p>
            <a:pPr marL="291246" defTabSz="1219170">
              <a:spcBef>
                <a:spcPts val="2460"/>
              </a:spcBef>
            </a:pPr>
            <a:r>
              <a:rPr sz="2400" kern="0" dirty="0">
                <a:solidFill>
                  <a:srgbClr val="F82571"/>
                </a:solidFill>
                <a:latin typeface="Consolas"/>
                <a:cs typeface="Consolas"/>
              </a:rPr>
              <a:t>&lt;div</a:t>
            </a:r>
            <a:r>
              <a:rPr sz="2400" kern="0" spc="140" dirty="0">
                <a:solidFill>
                  <a:srgbClr val="F82571"/>
                </a:solidFill>
                <a:latin typeface="Consolas"/>
                <a:cs typeface="Consolas"/>
              </a:rPr>
              <a:t> </a:t>
            </a:r>
            <a:r>
              <a:rPr sz="2400" kern="0" dirty="0">
                <a:solidFill>
                  <a:srgbClr val="A6E12D"/>
                </a:solidFill>
                <a:latin typeface="Consolas"/>
                <a:cs typeface="Consolas"/>
              </a:rPr>
              <a:t>class</a:t>
            </a:r>
            <a:r>
              <a:rPr sz="2400" kern="0" dirty="0">
                <a:solidFill>
                  <a:srgbClr val="F8F8F1"/>
                </a:solidFill>
                <a:latin typeface="Consolas"/>
                <a:cs typeface="Consolas"/>
              </a:rPr>
              <a:t>=</a:t>
            </a:r>
            <a:r>
              <a:rPr sz="2400" kern="0" dirty="0">
                <a:solidFill>
                  <a:srgbClr val="E6DB74"/>
                </a:solidFill>
                <a:latin typeface="Consolas"/>
                <a:cs typeface="Consolas"/>
              </a:rPr>
              <a:t>"grid-</a:t>
            </a:r>
            <a:r>
              <a:rPr sz="2400" kern="0" spc="-13" dirty="0">
                <a:solidFill>
                  <a:srgbClr val="E6DB74"/>
                </a:solidFill>
                <a:latin typeface="Consolas"/>
                <a:cs typeface="Consolas"/>
              </a:rPr>
              <a:t>container"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969409" defTabSz="1219170">
              <a:spcBef>
                <a:spcPts val="27"/>
              </a:spcBef>
            </a:pPr>
            <a:r>
              <a:rPr sz="2400" kern="0" dirty="0">
                <a:solidFill>
                  <a:srgbClr val="F82571"/>
                </a:solidFill>
                <a:latin typeface="Consolas"/>
                <a:cs typeface="Consolas"/>
              </a:rPr>
              <a:t>&lt;div</a:t>
            </a:r>
            <a:r>
              <a:rPr sz="2400" kern="0" spc="47" dirty="0">
                <a:solidFill>
                  <a:srgbClr val="F82571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A6E12D"/>
                </a:solidFill>
                <a:latin typeface="Consolas"/>
                <a:cs typeface="Consolas"/>
              </a:rPr>
              <a:t>class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=</a:t>
            </a:r>
            <a:r>
              <a:rPr sz="2400" kern="0" spc="-13" dirty="0">
                <a:solidFill>
                  <a:srgbClr val="E6DB74"/>
                </a:solidFill>
                <a:latin typeface="Consolas"/>
                <a:cs typeface="Consolas"/>
              </a:rPr>
              <a:t>"box1"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&gt;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A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&lt;/div&gt;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969409" defTabSz="1219170">
              <a:lnSpc>
                <a:spcPts val="2847"/>
              </a:lnSpc>
              <a:spcBef>
                <a:spcPts val="27"/>
              </a:spcBef>
            </a:pPr>
            <a:r>
              <a:rPr sz="2400" kern="0" dirty="0">
                <a:solidFill>
                  <a:srgbClr val="F82571"/>
                </a:solidFill>
                <a:latin typeface="Consolas"/>
                <a:cs typeface="Consolas"/>
              </a:rPr>
              <a:t>&lt;div</a:t>
            </a:r>
            <a:r>
              <a:rPr sz="2400" kern="0" spc="47" dirty="0">
                <a:solidFill>
                  <a:srgbClr val="F82571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A6E12D"/>
                </a:solidFill>
                <a:latin typeface="Consolas"/>
                <a:cs typeface="Consolas"/>
              </a:rPr>
              <a:t>class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=</a:t>
            </a:r>
            <a:r>
              <a:rPr sz="2400" kern="0" spc="-13" dirty="0">
                <a:solidFill>
                  <a:srgbClr val="E6DB74"/>
                </a:solidFill>
                <a:latin typeface="Consolas"/>
                <a:cs typeface="Consolas"/>
              </a:rPr>
              <a:t>"box2"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&gt;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B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&lt;/div&gt;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969409" defTabSz="1219170">
              <a:lnSpc>
                <a:spcPts val="2847"/>
              </a:lnSpc>
            </a:pPr>
            <a:r>
              <a:rPr sz="2400" kern="0" dirty="0">
                <a:solidFill>
                  <a:srgbClr val="F82571"/>
                </a:solidFill>
                <a:latin typeface="Consolas"/>
                <a:cs typeface="Consolas"/>
              </a:rPr>
              <a:t>&lt;div</a:t>
            </a:r>
            <a:r>
              <a:rPr sz="2400" kern="0" spc="47" dirty="0">
                <a:solidFill>
                  <a:srgbClr val="F82571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A6E12D"/>
                </a:solidFill>
                <a:latin typeface="Consolas"/>
                <a:cs typeface="Consolas"/>
              </a:rPr>
              <a:t>class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=</a:t>
            </a:r>
            <a:r>
              <a:rPr sz="2400" kern="0" spc="-13" dirty="0">
                <a:solidFill>
                  <a:srgbClr val="E6DB74"/>
                </a:solidFill>
                <a:latin typeface="Consolas"/>
                <a:cs typeface="Consolas"/>
              </a:rPr>
              <a:t>"box1"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&gt;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C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&lt;/div&gt;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969409" defTabSz="1219170">
              <a:spcBef>
                <a:spcPts val="20"/>
              </a:spcBef>
            </a:pPr>
            <a:r>
              <a:rPr sz="2400" kern="0" dirty="0">
                <a:solidFill>
                  <a:srgbClr val="F82571"/>
                </a:solidFill>
                <a:latin typeface="Consolas"/>
                <a:cs typeface="Consolas"/>
              </a:rPr>
              <a:t>&lt;div</a:t>
            </a:r>
            <a:r>
              <a:rPr sz="2400" kern="0" spc="47" dirty="0">
                <a:solidFill>
                  <a:srgbClr val="F82571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A6E12D"/>
                </a:solidFill>
                <a:latin typeface="Consolas"/>
                <a:cs typeface="Consolas"/>
              </a:rPr>
              <a:t>class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=</a:t>
            </a:r>
            <a:r>
              <a:rPr sz="2400" kern="0" spc="-13" dirty="0">
                <a:solidFill>
                  <a:srgbClr val="E6DB74"/>
                </a:solidFill>
                <a:latin typeface="Consolas"/>
                <a:cs typeface="Consolas"/>
              </a:rPr>
              <a:t>"box2"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&gt;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D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&lt;/div&gt;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969409" defTabSz="1219170">
              <a:lnSpc>
                <a:spcPts val="2840"/>
              </a:lnSpc>
              <a:spcBef>
                <a:spcPts val="27"/>
              </a:spcBef>
            </a:pPr>
            <a:r>
              <a:rPr sz="2400" kern="0" dirty="0">
                <a:solidFill>
                  <a:srgbClr val="F82571"/>
                </a:solidFill>
                <a:latin typeface="Consolas"/>
                <a:cs typeface="Consolas"/>
              </a:rPr>
              <a:t>&lt;div</a:t>
            </a:r>
            <a:r>
              <a:rPr sz="2400" kern="0" spc="47" dirty="0">
                <a:solidFill>
                  <a:srgbClr val="F82571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A6E12D"/>
                </a:solidFill>
                <a:latin typeface="Consolas"/>
                <a:cs typeface="Consolas"/>
              </a:rPr>
              <a:t>class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=</a:t>
            </a:r>
            <a:r>
              <a:rPr sz="2400" kern="0" spc="-13" dirty="0">
                <a:solidFill>
                  <a:srgbClr val="E6DB74"/>
                </a:solidFill>
                <a:latin typeface="Consolas"/>
                <a:cs typeface="Consolas"/>
              </a:rPr>
              <a:t>"box1"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&gt;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E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&lt;/div&gt;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969409" defTabSz="1219170">
              <a:lnSpc>
                <a:spcPts val="2840"/>
              </a:lnSpc>
            </a:pPr>
            <a:r>
              <a:rPr sz="2400" kern="0" dirty="0">
                <a:solidFill>
                  <a:srgbClr val="F82571"/>
                </a:solidFill>
                <a:latin typeface="Consolas"/>
                <a:cs typeface="Consolas"/>
              </a:rPr>
              <a:t>&lt;div</a:t>
            </a:r>
            <a:r>
              <a:rPr sz="2400" kern="0" spc="47" dirty="0">
                <a:solidFill>
                  <a:srgbClr val="F82571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A6E12D"/>
                </a:solidFill>
                <a:latin typeface="Consolas"/>
                <a:cs typeface="Consolas"/>
              </a:rPr>
              <a:t>class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=</a:t>
            </a:r>
            <a:r>
              <a:rPr sz="2400" kern="0" spc="-13" dirty="0">
                <a:solidFill>
                  <a:srgbClr val="E6DB74"/>
                </a:solidFill>
                <a:latin typeface="Consolas"/>
                <a:cs typeface="Consolas"/>
              </a:rPr>
              <a:t>"box2"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&gt;</a:t>
            </a:r>
            <a:r>
              <a:rPr sz="2400" kern="0" spc="-13" dirty="0">
                <a:solidFill>
                  <a:srgbClr val="F8F8F1"/>
                </a:solidFill>
                <a:latin typeface="Consolas"/>
                <a:cs typeface="Consolas"/>
              </a:rPr>
              <a:t>F</a:t>
            </a: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&lt;/div&gt;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291246" defTabSz="1219170">
              <a:spcBef>
                <a:spcPts val="27"/>
              </a:spcBef>
            </a:pPr>
            <a:r>
              <a:rPr sz="2400" kern="0" spc="-13" dirty="0">
                <a:solidFill>
                  <a:srgbClr val="F82571"/>
                </a:solidFill>
                <a:latin typeface="Consolas"/>
                <a:cs typeface="Consolas"/>
              </a:rPr>
              <a:t>&lt;/div&gt;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92800" y="2171701"/>
            <a:ext cx="5384800" cy="2680670"/>
          </a:xfrm>
          <a:prstGeom prst="rect">
            <a:avLst/>
          </a:prstGeom>
          <a:solidFill>
            <a:srgbClr val="252525"/>
          </a:solidFill>
        </p:spPr>
        <p:txBody>
          <a:bodyPr vert="horz" wrap="square" lIns="0" tIns="0" rIns="0" bIns="0" rtlCol="0">
            <a:spAutoFit/>
          </a:bodyPr>
          <a:lstStyle/>
          <a:p>
            <a:pPr defTabSz="1219170"/>
            <a:endParaRPr sz="1667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defTabSz="1219170"/>
            <a:endParaRPr sz="1667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defTabSz="1219170"/>
            <a:endParaRPr sz="1667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defTabSz="1219170">
              <a:spcBef>
                <a:spcPts val="927"/>
              </a:spcBef>
            </a:pPr>
            <a:endParaRPr sz="1667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123610" defTabSz="1219170"/>
            <a:r>
              <a:rPr sz="1667" kern="0" dirty="0">
                <a:solidFill>
                  <a:srgbClr val="A6E12D"/>
                </a:solidFill>
                <a:latin typeface="Consolas"/>
                <a:cs typeface="Consolas"/>
              </a:rPr>
              <a:t>.grid-container</a:t>
            </a:r>
            <a:r>
              <a:rPr sz="1667" kern="0" spc="380" dirty="0">
                <a:solidFill>
                  <a:srgbClr val="A6E12D"/>
                </a:solidFill>
                <a:latin typeface="Consolas"/>
                <a:cs typeface="Consolas"/>
              </a:rPr>
              <a:t> </a:t>
            </a:r>
            <a:r>
              <a:rPr sz="1667" kern="0" spc="-67" dirty="0">
                <a:solidFill>
                  <a:srgbClr val="F8F8F1"/>
                </a:solidFill>
                <a:latin typeface="Consolas"/>
                <a:cs typeface="Consolas"/>
              </a:rPr>
              <a:t>{</a:t>
            </a:r>
            <a:endParaRPr sz="16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727268" defTabSz="1219170">
              <a:spcBef>
                <a:spcPts val="500"/>
              </a:spcBef>
            </a:pPr>
            <a:r>
              <a:rPr sz="1667" kern="0" dirty="0">
                <a:solidFill>
                  <a:srgbClr val="66D9EE"/>
                </a:solidFill>
                <a:latin typeface="Consolas"/>
                <a:cs typeface="Consolas"/>
              </a:rPr>
              <a:t>display</a:t>
            </a:r>
            <a:r>
              <a:rPr sz="1667" kern="0" dirty="0">
                <a:solidFill>
                  <a:srgbClr val="F8F8F1"/>
                </a:solidFill>
                <a:latin typeface="Consolas"/>
                <a:cs typeface="Consolas"/>
              </a:rPr>
              <a:t>:</a:t>
            </a:r>
            <a:r>
              <a:rPr sz="1667" kern="0" spc="280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sz="1667" kern="0" spc="-27" dirty="0">
                <a:solidFill>
                  <a:srgbClr val="AD81FF"/>
                </a:solidFill>
                <a:latin typeface="Consolas"/>
                <a:cs typeface="Consolas"/>
              </a:rPr>
              <a:t>grid</a:t>
            </a:r>
            <a:r>
              <a:rPr sz="1667" kern="0" spc="-27" dirty="0">
                <a:solidFill>
                  <a:srgbClr val="F8F8F1"/>
                </a:solidFill>
                <a:latin typeface="Consolas"/>
                <a:cs typeface="Consolas"/>
              </a:rPr>
              <a:t>;</a:t>
            </a:r>
            <a:endParaRPr sz="16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727268" marR="421629" defTabSz="1219170">
              <a:lnSpc>
                <a:spcPts val="2507"/>
              </a:lnSpc>
              <a:spcBef>
                <a:spcPts val="167"/>
              </a:spcBef>
            </a:pPr>
            <a:r>
              <a:rPr sz="1667" kern="0" dirty="0">
                <a:solidFill>
                  <a:srgbClr val="66D9EE"/>
                </a:solidFill>
                <a:latin typeface="Consolas"/>
                <a:cs typeface="Consolas"/>
              </a:rPr>
              <a:t>grid-template-columns</a:t>
            </a:r>
            <a:r>
              <a:rPr sz="1667" kern="0" dirty="0">
                <a:solidFill>
                  <a:srgbClr val="F8F8F1"/>
                </a:solidFill>
                <a:latin typeface="Consolas"/>
                <a:cs typeface="Consolas"/>
              </a:rPr>
              <a:t>:</a:t>
            </a:r>
            <a:r>
              <a:rPr sz="1667" kern="0" spc="305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sz="1667" kern="0" dirty="0">
                <a:solidFill>
                  <a:srgbClr val="AD81FF"/>
                </a:solidFill>
                <a:latin typeface="Consolas"/>
                <a:cs typeface="Consolas"/>
              </a:rPr>
              <a:t>1fr</a:t>
            </a:r>
            <a:r>
              <a:rPr sz="1667" kern="0" spc="305" dirty="0">
                <a:solidFill>
                  <a:srgbClr val="AD81FF"/>
                </a:solidFill>
                <a:latin typeface="Consolas"/>
                <a:cs typeface="Consolas"/>
              </a:rPr>
              <a:t> </a:t>
            </a:r>
            <a:r>
              <a:rPr sz="1667" kern="0" dirty="0">
                <a:solidFill>
                  <a:srgbClr val="AD81FF"/>
                </a:solidFill>
                <a:latin typeface="Consolas"/>
                <a:cs typeface="Consolas"/>
              </a:rPr>
              <a:t>1fr</a:t>
            </a:r>
            <a:r>
              <a:rPr sz="1667" kern="0" spc="305" dirty="0">
                <a:solidFill>
                  <a:srgbClr val="AD81FF"/>
                </a:solidFill>
                <a:latin typeface="Consolas"/>
                <a:cs typeface="Consolas"/>
              </a:rPr>
              <a:t> </a:t>
            </a:r>
            <a:r>
              <a:rPr sz="1667" kern="0" spc="-27" dirty="0">
                <a:solidFill>
                  <a:srgbClr val="AD81FF"/>
                </a:solidFill>
                <a:latin typeface="Consolas"/>
                <a:cs typeface="Consolas"/>
              </a:rPr>
              <a:t>1fr</a:t>
            </a:r>
            <a:r>
              <a:rPr sz="1667" kern="0" spc="-27" dirty="0">
                <a:solidFill>
                  <a:srgbClr val="F8F8F1"/>
                </a:solidFill>
                <a:latin typeface="Consolas"/>
                <a:cs typeface="Consolas"/>
              </a:rPr>
              <a:t>; </a:t>
            </a:r>
            <a:r>
              <a:rPr sz="1667" kern="0" dirty="0">
                <a:solidFill>
                  <a:srgbClr val="66D9EE"/>
                </a:solidFill>
                <a:latin typeface="Consolas"/>
                <a:cs typeface="Consolas"/>
              </a:rPr>
              <a:t>grid-auto-rows</a:t>
            </a:r>
            <a:r>
              <a:rPr sz="1667" kern="0" dirty="0">
                <a:solidFill>
                  <a:srgbClr val="F8F8F1"/>
                </a:solidFill>
                <a:latin typeface="Consolas"/>
                <a:cs typeface="Consolas"/>
              </a:rPr>
              <a:t>:</a:t>
            </a:r>
            <a:r>
              <a:rPr sz="1667" kern="0" spc="480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lang="lt-LT" sz="1667" kern="0" spc="-13" dirty="0">
                <a:solidFill>
                  <a:srgbClr val="AD81FF"/>
                </a:solidFill>
                <a:latin typeface="Consolas"/>
                <a:cs typeface="Consolas"/>
              </a:rPr>
              <a:t>14rem</a:t>
            </a:r>
            <a:r>
              <a:rPr sz="1667" kern="0" spc="-13" dirty="0">
                <a:solidFill>
                  <a:srgbClr val="AD81FF"/>
                </a:solidFill>
                <a:latin typeface="Consolas"/>
                <a:cs typeface="Consolas"/>
              </a:rPr>
              <a:t>;</a:t>
            </a:r>
            <a:endParaRPr sz="16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243834" defTabSz="1219170">
              <a:spcBef>
                <a:spcPts val="333"/>
              </a:spcBef>
            </a:pPr>
            <a:r>
              <a:rPr sz="1667" kern="0" spc="-67" dirty="0">
                <a:solidFill>
                  <a:srgbClr val="F8F8F1"/>
                </a:solidFill>
                <a:latin typeface="Consolas"/>
                <a:cs typeface="Consolas"/>
              </a:rPr>
              <a:t>}</a:t>
            </a:r>
            <a:endParaRPr sz="16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57845" y="4368377"/>
            <a:ext cx="2370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33" dirty="0">
                <a:solidFill>
                  <a:srgbClr val="878787"/>
                </a:solidFill>
                <a:latin typeface="Times New Roman"/>
                <a:cs typeface="Times New Roman"/>
              </a:rPr>
              <a:t>16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912" y="476955"/>
            <a:ext cx="13238480" cy="925104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pc="-27" dirty="0">
                <a:latin typeface="Consolas"/>
                <a:cs typeface="Consolas"/>
              </a:rPr>
              <a:t>grid-auto-</a:t>
            </a:r>
            <a:r>
              <a:rPr dirty="0">
                <a:latin typeface="Consolas"/>
                <a:cs typeface="Consolas"/>
              </a:rPr>
              <a:t>rows</a:t>
            </a:r>
            <a:r>
              <a:rPr spc="53" dirty="0">
                <a:latin typeface="Consolas"/>
                <a:cs typeface="Consolas"/>
              </a:rPr>
              <a:t> </a:t>
            </a:r>
            <a:r>
              <a:rPr dirty="0">
                <a:latin typeface="Consolas"/>
                <a:cs typeface="Consolas"/>
              </a:rPr>
              <a:t>|</a:t>
            </a:r>
            <a:r>
              <a:rPr spc="-33" dirty="0">
                <a:latin typeface="Consolas"/>
                <a:cs typeface="Consolas"/>
              </a:rPr>
              <a:t> </a:t>
            </a:r>
            <a:r>
              <a:rPr spc="-67" dirty="0">
                <a:latin typeface="Consolas"/>
                <a:cs typeface="Consolas"/>
              </a:rPr>
              <a:t>2</a:t>
            </a:r>
          </a:p>
        </p:txBody>
      </p:sp>
      <p:pic>
        <p:nvPicPr>
          <p:cNvPr id="3" name="object 3" descr="Ekrano nukirtima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3800" y="1600200"/>
            <a:ext cx="9804400" cy="45212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539727" y="4420024"/>
            <a:ext cx="2370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33" dirty="0">
                <a:solidFill>
                  <a:srgbClr val="878787"/>
                </a:solidFill>
                <a:latin typeface="Times New Roman"/>
                <a:cs typeface="Times New Roman"/>
              </a:rPr>
              <a:t>17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912" y="476955"/>
            <a:ext cx="13238480" cy="925104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pc="-27" dirty="0">
                <a:latin typeface="Consolas"/>
                <a:cs typeface="Consolas"/>
              </a:rPr>
              <a:t>grid-auto-</a:t>
            </a:r>
            <a:r>
              <a:rPr dirty="0">
                <a:latin typeface="Consolas"/>
                <a:cs typeface="Consolas"/>
              </a:rPr>
              <a:t>rows</a:t>
            </a:r>
            <a:r>
              <a:rPr spc="53" dirty="0">
                <a:latin typeface="Consolas"/>
                <a:cs typeface="Consolas"/>
              </a:rPr>
              <a:t> </a:t>
            </a:r>
            <a:r>
              <a:rPr dirty="0">
                <a:latin typeface="Consolas"/>
                <a:cs typeface="Consolas"/>
              </a:rPr>
              <a:t>|</a:t>
            </a:r>
            <a:r>
              <a:rPr spc="-33" dirty="0">
                <a:latin typeface="Consolas"/>
                <a:cs typeface="Consolas"/>
              </a:rPr>
              <a:t> </a:t>
            </a:r>
            <a:r>
              <a:rPr spc="-67" dirty="0">
                <a:latin typeface="Consolas"/>
                <a:cs typeface="Consolas"/>
              </a:rPr>
              <a:t>3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546947" y="2094765"/>
            <a:ext cx="5952913" cy="3747928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474121" indent="-457189">
              <a:spcBef>
                <a:spcPts val="173"/>
              </a:spcBef>
              <a:buFont typeface="Arial"/>
              <a:buChar char="•"/>
              <a:tabLst>
                <a:tab pos="474121" algn="l"/>
              </a:tabLst>
            </a:pPr>
            <a:r>
              <a:rPr dirty="0"/>
              <a:t>minmax(min,</a:t>
            </a:r>
            <a:r>
              <a:rPr spc="-100" dirty="0"/>
              <a:t> </a:t>
            </a:r>
            <a:r>
              <a:rPr spc="-27" dirty="0"/>
              <a:t>max)</a:t>
            </a:r>
          </a:p>
          <a:p>
            <a:pPr marL="474121" marR="6773" indent="-458035">
              <a:lnSpc>
                <a:spcPct val="90200"/>
              </a:lnSpc>
              <a:spcBef>
                <a:spcPts val="687"/>
              </a:spcBef>
              <a:buSzPct val="108333"/>
              <a:buFont typeface="Arial"/>
              <a:buChar char="•"/>
              <a:tabLst>
                <a:tab pos="474121" algn="l"/>
              </a:tabLst>
            </a:pPr>
            <a:r>
              <a:rPr sz="3200" b="0" dirty="0"/>
              <a:t>Tai</a:t>
            </a:r>
            <a:r>
              <a:rPr sz="3200" b="0" spc="-33" dirty="0"/>
              <a:t> </a:t>
            </a:r>
            <a:r>
              <a:rPr sz="3200" b="0" dirty="0"/>
              <a:t>funkcinė</a:t>
            </a:r>
            <a:r>
              <a:rPr sz="3200" b="0" spc="-47" dirty="0"/>
              <a:t> </a:t>
            </a:r>
            <a:r>
              <a:rPr sz="3200" b="0" dirty="0"/>
              <a:t>išraiška,</a:t>
            </a:r>
            <a:r>
              <a:rPr sz="3200" b="0" spc="-27" dirty="0"/>
              <a:t> kuri </a:t>
            </a:r>
            <a:r>
              <a:rPr sz="3200" b="0" dirty="0"/>
              <a:t>apibrėžia</a:t>
            </a:r>
            <a:r>
              <a:rPr sz="3200" b="0" spc="-40" dirty="0"/>
              <a:t> </a:t>
            </a:r>
            <a:r>
              <a:rPr sz="3200" b="0" dirty="0"/>
              <a:t>dydžio</a:t>
            </a:r>
            <a:r>
              <a:rPr sz="3200" b="0" spc="-27" dirty="0"/>
              <a:t> </a:t>
            </a:r>
            <a:r>
              <a:rPr sz="3200" b="0" spc="-13" dirty="0"/>
              <a:t>intervalą, </a:t>
            </a:r>
            <a:r>
              <a:rPr sz="3200" b="0" dirty="0"/>
              <a:t>didesnį</a:t>
            </a:r>
            <a:r>
              <a:rPr sz="3200" b="0" spc="-87" dirty="0"/>
              <a:t> </a:t>
            </a:r>
            <a:r>
              <a:rPr sz="3200" b="0" dirty="0"/>
              <a:t>arba</a:t>
            </a:r>
            <a:r>
              <a:rPr sz="3200" b="0" spc="-13" dirty="0"/>
              <a:t> </a:t>
            </a:r>
            <a:r>
              <a:rPr sz="3200" b="0" dirty="0"/>
              <a:t>lygų</a:t>
            </a:r>
            <a:r>
              <a:rPr sz="3200" b="0" spc="27" dirty="0"/>
              <a:t> </a:t>
            </a:r>
            <a:r>
              <a:rPr sz="3200" dirty="0"/>
              <a:t>min</a:t>
            </a:r>
            <a:r>
              <a:rPr sz="3200" spc="-27" dirty="0"/>
              <a:t> </a:t>
            </a:r>
            <a:r>
              <a:rPr sz="3200" b="0" spc="-33" dirty="0"/>
              <a:t>ir </a:t>
            </a:r>
            <a:r>
              <a:rPr sz="3200" b="0" dirty="0"/>
              <a:t>mažesnį</a:t>
            </a:r>
            <a:r>
              <a:rPr sz="3200" b="0" spc="-7" dirty="0"/>
              <a:t> </a:t>
            </a:r>
            <a:r>
              <a:rPr sz="3200" b="0" dirty="0"/>
              <a:t>arba</a:t>
            </a:r>
            <a:r>
              <a:rPr sz="3200" b="0" spc="-20" dirty="0"/>
              <a:t> </a:t>
            </a:r>
            <a:r>
              <a:rPr sz="3200" b="0" dirty="0"/>
              <a:t>lygų</a:t>
            </a:r>
            <a:r>
              <a:rPr sz="3200" b="0" spc="-53" dirty="0"/>
              <a:t> </a:t>
            </a:r>
            <a:r>
              <a:rPr sz="3200" spc="-27" dirty="0"/>
              <a:t>max</a:t>
            </a:r>
            <a:r>
              <a:rPr sz="3200" b="0" spc="-27" dirty="0"/>
              <a:t>. </a:t>
            </a:r>
            <a:r>
              <a:rPr sz="3200" b="0" dirty="0"/>
              <a:t>Jei</a:t>
            </a:r>
            <a:r>
              <a:rPr sz="3200" b="0" spc="-47" dirty="0"/>
              <a:t> </a:t>
            </a:r>
            <a:r>
              <a:rPr sz="3200" dirty="0"/>
              <a:t>max</a:t>
            </a:r>
            <a:r>
              <a:rPr sz="3200" spc="-33" dirty="0"/>
              <a:t> </a:t>
            </a:r>
            <a:r>
              <a:rPr sz="3200" b="0" dirty="0"/>
              <a:t>yra</a:t>
            </a:r>
            <a:r>
              <a:rPr sz="3200" b="0" spc="-27" dirty="0"/>
              <a:t> </a:t>
            </a:r>
            <a:r>
              <a:rPr sz="3200" b="0" dirty="0"/>
              <a:t>mažesnis</a:t>
            </a:r>
            <a:r>
              <a:rPr sz="3200" b="0" spc="-40" dirty="0"/>
              <a:t> </a:t>
            </a:r>
            <a:r>
              <a:rPr sz="3200" b="0" spc="-33" dirty="0"/>
              <a:t>už </a:t>
            </a:r>
            <a:r>
              <a:rPr sz="3200" dirty="0"/>
              <a:t>min</a:t>
            </a:r>
            <a:r>
              <a:rPr sz="3200" b="0" dirty="0"/>
              <a:t>,</a:t>
            </a:r>
            <a:r>
              <a:rPr sz="3200" b="0" spc="-20" dirty="0"/>
              <a:t> </a:t>
            </a:r>
            <a:r>
              <a:rPr sz="3200" b="0" dirty="0"/>
              <a:t>tuomet</a:t>
            </a:r>
            <a:r>
              <a:rPr sz="3200" b="0" spc="-27" dirty="0"/>
              <a:t> </a:t>
            </a:r>
            <a:r>
              <a:rPr sz="3200" dirty="0"/>
              <a:t>max</a:t>
            </a:r>
            <a:r>
              <a:rPr sz="3200" spc="-40" dirty="0"/>
              <a:t> </a:t>
            </a:r>
            <a:r>
              <a:rPr sz="3200" b="0" spc="-33" dirty="0"/>
              <a:t>yra </a:t>
            </a:r>
            <a:r>
              <a:rPr sz="3200" b="0" dirty="0"/>
              <a:t>ignoruojamas,</a:t>
            </a:r>
            <a:r>
              <a:rPr sz="3200" b="0" spc="-33" dirty="0"/>
              <a:t> </a:t>
            </a:r>
            <a:r>
              <a:rPr sz="3200" b="0" dirty="0"/>
              <a:t>o</a:t>
            </a:r>
            <a:r>
              <a:rPr sz="3200" b="0" spc="-33" dirty="0"/>
              <a:t> </a:t>
            </a:r>
            <a:r>
              <a:rPr sz="3200" b="0" spc="-13" dirty="0"/>
              <a:t>funkcija </a:t>
            </a:r>
            <a:r>
              <a:rPr sz="3200" b="0" dirty="0"/>
              <a:t>laikoma</a:t>
            </a:r>
            <a:r>
              <a:rPr sz="3200" b="0" spc="-13" dirty="0"/>
              <a:t> </a:t>
            </a:r>
            <a:r>
              <a:rPr sz="3200" b="0" dirty="0"/>
              <a:t>lygi</a:t>
            </a:r>
            <a:r>
              <a:rPr sz="3200" b="0" spc="-40" dirty="0"/>
              <a:t> </a:t>
            </a:r>
            <a:r>
              <a:rPr sz="3200" spc="-27" dirty="0"/>
              <a:t>min</a:t>
            </a:r>
            <a:r>
              <a:rPr sz="3200" b="0" spc="-27" dirty="0"/>
              <a:t>.</a:t>
            </a:r>
            <a:endParaRPr sz="3200" dirty="0"/>
          </a:p>
        </p:txBody>
      </p:sp>
      <p:sp>
        <p:nvSpPr>
          <p:cNvPr id="4" name="object 4"/>
          <p:cNvSpPr txBox="1"/>
          <p:nvPr/>
        </p:nvSpPr>
        <p:spPr>
          <a:xfrm>
            <a:off x="5791200" y="1600200"/>
            <a:ext cx="5384800" cy="1739066"/>
          </a:xfrm>
          <a:prstGeom prst="rect">
            <a:avLst/>
          </a:prstGeom>
          <a:solidFill>
            <a:srgbClr val="252525"/>
          </a:solidFill>
        </p:spPr>
        <p:txBody>
          <a:bodyPr vert="horz" wrap="square" lIns="0" tIns="7620" rIns="0" bIns="0" rtlCol="0">
            <a:spAutoFit/>
          </a:bodyPr>
          <a:lstStyle/>
          <a:p>
            <a:pPr marL="611278" marR="3074170" indent="-483435" defTabSz="1219170">
              <a:lnSpc>
                <a:spcPts val="2307"/>
              </a:lnSpc>
              <a:spcBef>
                <a:spcPts val="60"/>
              </a:spcBef>
            </a:pPr>
            <a:r>
              <a:rPr sz="1667" kern="0" dirty="0">
                <a:solidFill>
                  <a:srgbClr val="A6E12D"/>
                </a:solidFill>
                <a:latin typeface="Consolas"/>
                <a:cs typeface="Consolas"/>
              </a:rPr>
              <a:t>.grid-container</a:t>
            </a:r>
            <a:r>
              <a:rPr sz="1667" kern="0" spc="460" dirty="0">
                <a:solidFill>
                  <a:srgbClr val="A6E12D"/>
                </a:solidFill>
                <a:latin typeface="Consolas"/>
                <a:cs typeface="Consolas"/>
              </a:rPr>
              <a:t> </a:t>
            </a:r>
            <a:r>
              <a:rPr sz="1667" kern="0" spc="-67" dirty="0">
                <a:solidFill>
                  <a:srgbClr val="F8F8F1"/>
                </a:solidFill>
                <a:latin typeface="Consolas"/>
                <a:cs typeface="Consolas"/>
              </a:rPr>
              <a:t>{ </a:t>
            </a:r>
            <a:r>
              <a:rPr sz="1667" kern="0" dirty="0">
                <a:solidFill>
                  <a:srgbClr val="66D9EE"/>
                </a:solidFill>
                <a:latin typeface="Consolas"/>
                <a:cs typeface="Consolas"/>
              </a:rPr>
              <a:t>display</a:t>
            </a:r>
            <a:r>
              <a:rPr sz="1667" kern="0" dirty="0">
                <a:solidFill>
                  <a:srgbClr val="F8F8F1"/>
                </a:solidFill>
                <a:latin typeface="Consolas"/>
                <a:cs typeface="Consolas"/>
              </a:rPr>
              <a:t>:</a:t>
            </a:r>
            <a:r>
              <a:rPr sz="1667" kern="0" spc="272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sz="1667" kern="0" spc="-27" dirty="0">
                <a:solidFill>
                  <a:srgbClr val="AD81FF"/>
                </a:solidFill>
                <a:latin typeface="Consolas"/>
                <a:cs typeface="Consolas"/>
              </a:rPr>
              <a:t>grid</a:t>
            </a:r>
            <a:r>
              <a:rPr sz="1667" kern="0" spc="-27" dirty="0">
                <a:solidFill>
                  <a:srgbClr val="F8F8F1"/>
                </a:solidFill>
                <a:latin typeface="Consolas"/>
                <a:cs typeface="Consolas"/>
              </a:rPr>
              <a:t>;</a:t>
            </a:r>
            <a:endParaRPr sz="16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611278" marR="402157" defTabSz="1219170">
              <a:lnSpc>
                <a:spcPts val="2200"/>
              </a:lnSpc>
              <a:spcBef>
                <a:spcPts val="80"/>
              </a:spcBef>
            </a:pPr>
            <a:r>
              <a:rPr sz="1667" kern="0" dirty="0">
                <a:solidFill>
                  <a:srgbClr val="66D9EE"/>
                </a:solidFill>
                <a:latin typeface="Consolas"/>
                <a:cs typeface="Consolas"/>
              </a:rPr>
              <a:t>grid-template-columns</a:t>
            </a:r>
            <a:r>
              <a:rPr sz="1667" kern="0" dirty="0">
                <a:solidFill>
                  <a:srgbClr val="F8F8F1"/>
                </a:solidFill>
                <a:latin typeface="Consolas"/>
                <a:cs typeface="Consolas"/>
              </a:rPr>
              <a:t>:</a:t>
            </a:r>
            <a:r>
              <a:rPr sz="1667" kern="0" spc="305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sz="1667" kern="0" dirty="0">
                <a:solidFill>
                  <a:srgbClr val="AD81FF"/>
                </a:solidFill>
                <a:latin typeface="Consolas"/>
                <a:cs typeface="Consolas"/>
              </a:rPr>
              <a:t>1fr</a:t>
            </a:r>
            <a:r>
              <a:rPr sz="1667" kern="0" spc="313" dirty="0">
                <a:solidFill>
                  <a:srgbClr val="AD81FF"/>
                </a:solidFill>
                <a:latin typeface="Consolas"/>
                <a:cs typeface="Consolas"/>
              </a:rPr>
              <a:t> </a:t>
            </a:r>
            <a:r>
              <a:rPr sz="1667" kern="0" dirty="0">
                <a:solidFill>
                  <a:srgbClr val="AD81FF"/>
                </a:solidFill>
                <a:latin typeface="Consolas"/>
                <a:cs typeface="Consolas"/>
              </a:rPr>
              <a:t>1fr</a:t>
            </a:r>
            <a:r>
              <a:rPr sz="1667" kern="0" spc="327" dirty="0">
                <a:solidFill>
                  <a:srgbClr val="AD81FF"/>
                </a:solidFill>
                <a:latin typeface="Consolas"/>
                <a:cs typeface="Consolas"/>
              </a:rPr>
              <a:t> </a:t>
            </a:r>
            <a:r>
              <a:rPr sz="1667" kern="0" spc="-27" dirty="0">
                <a:solidFill>
                  <a:srgbClr val="AD81FF"/>
                </a:solidFill>
                <a:latin typeface="Consolas"/>
                <a:cs typeface="Consolas"/>
              </a:rPr>
              <a:t>1fr</a:t>
            </a:r>
            <a:r>
              <a:rPr sz="1667" kern="0" spc="-27" dirty="0">
                <a:solidFill>
                  <a:srgbClr val="F8F8F1"/>
                </a:solidFill>
                <a:latin typeface="Consolas"/>
                <a:cs typeface="Consolas"/>
              </a:rPr>
              <a:t>; </a:t>
            </a:r>
            <a:r>
              <a:rPr sz="1667" kern="0" dirty="0">
                <a:solidFill>
                  <a:srgbClr val="66D9EE"/>
                </a:solidFill>
                <a:latin typeface="Consolas"/>
                <a:cs typeface="Consolas"/>
              </a:rPr>
              <a:t>grid-auto-rows</a:t>
            </a:r>
            <a:r>
              <a:rPr sz="1667" kern="0" dirty="0">
                <a:solidFill>
                  <a:srgbClr val="F8F8F1"/>
                </a:solidFill>
                <a:latin typeface="Consolas"/>
                <a:cs typeface="Consolas"/>
              </a:rPr>
              <a:t>:</a:t>
            </a:r>
            <a:r>
              <a:rPr sz="1667" kern="0" spc="440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sz="1667" kern="0" dirty="0">
                <a:solidFill>
                  <a:srgbClr val="F8F8F1"/>
                </a:solidFill>
                <a:latin typeface="Consolas"/>
                <a:cs typeface="Consolas"/>
              </a:rPr>
              <a:t>minmax(</a:t>
            </a:r>
            <a:r>
              <a:rPr lang="lt-LT" sz="1667" kern="0" dirty="0">
                <a:solidFill>
                  <a:srgbClr val="AD81FF"/>
                </a:solidFill>
                <a:latin typeface="Consolas"/>
                <a:cs typeface="Consolas"/>
              </a:rPr>
              <a:t>7rem</a:t>
            </a:r>
            <a:r>
              <a:rPr sz="1667" kern="0" dirty="0">
                <a:solidFill>
                  <a:srgbClr val="F8F8F1"/>
                </a:solidFill>
                <a:latin typeface="Consolas"/>
                <a:cs typeface="Consolas"/>
              </a:rPr>
              <a:t>,</a:t>
            </a:r>
            <a:r>
              <a:rPr sz="1667" kern="0" spc="453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sz="1667" kern="0" spc="-13" dirty="0">
                <a:solidFill>
                  <a:srgbClr val="AD81FF"/>
                </a:solidFill>
                <a:latin typeface="Consolas"/>
                <a:cs typeface="Consolas"/>
              </a:rPr>
              <a:t>auto</a:t>
            </a:r>
            <a:r>
              <a:rPr sz="1667" kern="0" spc="-13" dirty="0">
                <a:solidFill>
                  <a:srgbClr val="F8F8F1"/>
                </a:solidFill>
                <a:latin typeface="Consolas"/>
                <a:cs typeface="Consolas"/>
              </a:rPr>
              <a:t>);</a:t>
            </a:r>
            <a:endParaRPr sz="16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611278" defTabSz="1219170">
              <a:spcBef>
                <a:spcPts val="200"/>
              </a:spcBef>
            </a:pPr>
            <a:r>
              <a:rPr sz="1667" kern="0" dirty="0">
                <a:solidFill>
                  <a:srgbClr val="66D9EE"/>
                </a:solidFill>
                <a:latin typeface="Consolas"/>
                <a:cs typeface="Consolas"/>
              </a:rPr>
              <a:t>grid-gap</a:t>
            </a:r>
            <a:r>
              <a:rPr sz="1667" kern="0" dirty="0">
                <a:solidFill>
                  <a:srgbClr val="F8F8F1"/>
                </a:solidFill>
                <a:latin typeface="Consolas"/>
                <a:cs typeface="Consolas"/>
              </a:rPr>
              <a:t>:</a:t>
            </a:r>
            <a:r>
              <a:rPr sz="1667" kern="0" spc="207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sz="1667" kern="0" dirty="0">
                <a:solidFill>
                  <a:srgbClr val="AD81FF"/>
                </a:solidFill>
                <a:latin typeface="Consolas"/>
                <a:cs typeface="Consolas"/>
              </a:rPr>
              <a:t>5px</a:t>
            </a:r>
            <a:r>
              <a:rPr sz="1667" kern="0" spc="220" dirty="0">
                <a:solidFill>
                  <a:srgbClr val="AD81FF"/>
                </a:solidFill>
                <a:latin typeface="Consolas"/>
                <a:cs typeface="Consolas"/>
              </a:rPr>
              <a:t> </a:t>
            </a:r>
            <a:r>
              <a:rPr lang="lt-LT" sz="1667" kern="0" spc="-27" dirty="0">
                <a:solidFill>
                  <a:srgbClr val="AD81FF"/>
                </a:solidFill>
                <a:latin typeface="Consolas"/>
                <a:cs typeface="Consolas"/>
              </a:rPr>
              <a:t>1.5rem</a:t>
            </a:r>
            <a:r>
              <a:rPr sz="1667" kern="0" spc="-27" dirty="0">
                <a:solidFill>
                  <a:srgbClr val="F8F8F1"/>
                </a:solidFill>
                <a:latin typeface="Consolas"/>
                <a:cs typeface="Consolas"/>
              </a:rPr>
              <a:t>;</a:t>
            </a:r>
            <a:endParaRPr sz="16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27843" defTabSz="1219170">
              <a:spcBef>
                <a:spcPts val="207"/>
              </a:spcBef>
            </a:pPr>
            <a:r>
              <a:rPr sz="1667" kern="0" spc="-67" dirty="0">
                <a:solidFill>
                  <a:srgbClr val="F8F8F1"/>
                </a:solidFill>
                <a:latin typeface="Consolas"/>
                <a:cs typeface="Consolas"/>
              </a:rPr>
              <a:t>}</a:t>
            </a:r>
            <a:endParaRPr sz="16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67668" y="4512649"/>
            <a:ext cx="2370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33" dirty="0">
                <a:solidFill>
                  <a:srgbClr val="878787"/>
                </a:solidFill>
                <a:latin typeface="Times New Roman"/>
                <a:cs typeface="Times New Roman"/>
              </a:rPr>
              <a:t>18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912" y="476955"/>
            <a:ext cx="13238480" cy="925104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pc="-27" dirty="0">
                <a:latin typeface="Consolas"/>
                <a:cs typeface="Consolas"/>
              </a:rPr>
              <a:t>grid-auto-</a:t>
            </a:r>
            <a:r>
              <a:rPr dirty="0">
                <a:latin typeface="Consolas"/>
                <a:cs typeface="Consolas"/>
              </a:rPr>
              <a:t>rows</a:t>
            </a:r>
            <a:r>
              <a:rPr spc="53" dirty="0">
                <a:latin typeface="Consolas"/>
                <a:cs typeface="Consolas"/>
              </a:rPr>
              <a:t> </a:t>
            </a:r>
            <a:r>
              <a:rPr dirty="0">
                <a:latin typeface="Consolas"/>
                <a:cs typeface="Consolas"/>
              </a:rPr>
              <a:t>|</a:t>
            </a:r>
            <a:r>
              <a:rPr spc="-33" dirty="0">
                <a:latin typeface="Consolas"/>
                <a:cs typeface="Consolas"/>
              </a:rPr>
              <a:t> </a:t>
            </a:r>
            <a:r>
              <a:rPr spc="-67" dirty="0">
                <a:latin typeface="Consolas"/>
                <a:cs typeface="Consolas"/>
              </a:rPr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39727" y="4420024"/>
            <a:ext cx="2370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33" dirty="0">
                <a:solidFill>
                  <a:srgbClr val="878787"/>
                </a:solidFill>
                <a:latin typeface="Times New Roman"/>
                <a:cs typeface="Times New Roman"/>
              </a:rPr>
              <a:t>19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pic>
        <p:nvPicPr>
          <p:cNvPr id="4" name="object 4" descr="Ekrano nukirtima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8400" y="1600200"/>
            <a:ext cx="9855200" cy="4521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912" y="476955"/>
            <a:ext cx="13238480" cy="925104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dirty="0"/>
              <a:t>Gutter</a:t>
            </a:r>
            <a:r>
              <a:rPr spc="-27" dirty="0"/>
              <a:t> </a:t>
            </a:r>
            <a:r>
              <a:rPr dirty="0"/>
              <a:t>|</a:t>
            </a:r>
            <a:r>
              <a:rPr spc="-127" dirty="0"/>
              <a:t> </a:t>
            </a:r>
            <a:r>
              <a:rPr spc="-67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209" y="1525185"/>
            <a:ext cx="4927600" cy="2056311"/>
          </a:xfrm>
          <a:prstGeom prst="rect">
            <a:avLst/>
          </a:prstGeom>
        </p:spPr>
        <p:txBody>
          <a:bodyPr vert="horz" wrap="square" lIns="0" tIns="131233" rIns="0" bIns="0" rtlCol="0">
            <a:spAutoFit/>
          </a:bodyPr>
          <a:lstStyle/>
          <a:p>
            <a:pPr marL="474121" indent="-457189" defTabSz="1219170">
              <a:spcBef>
                <a:spcPts val="1033"/>
              </a:spcBef>
              <a:buFont typeface="Arial"/>
              <a:buChar char="•"/>
              <a:tabLst>
                <a:tab pos="474121" algn="l"/>
              </a:tabLst>
            </a:pPr>
            <a:r>
              <a:rPr sz="36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column-</a:t>
            </a:r>
            <a:r>
              <a:rPr sz="3667" kern="0" spc="-3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gap</a:t>
            </a:r>
            <a:endParaRPr sz="3667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474121" indent="-457189" defTabSz="1219170">
              <a:spcBef>
                <a:spcPts val="907"/>
              </a:spcBef>
              <a:buFont typeface="Arial"/>
              <a:buChar char="•"/>
              <a:tabLst>
                <a:tab pos="474121" algn="l"/>
              </a:tabLst>
            </a:pPr>
            <a:r>
              <a:rPr sz="36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row-</a:t>
            </a:r>
            <a:r>
              <a:rPr sz="3667" kern="0" spc="-3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gap</a:t>
            </a:r>
            <a:endParaRPr sz="3667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474121" indent="-457189" defTabSz="1219170">
              <a:spcBef>
                <a:spcPts val="913"/>
              </a:spcBef>
              <a:buFont typeface="Arial"/>
              <a:buChar char="•"/>
              <a:tabLst>
                <a:tab pos="474121" algn="l"/>
              </a:tabLst>
            </a:pPr>
            <a:r>
              <a:rPr sz="36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gap</a:t>
            </a:r>
            <a:r>
              <a:rPr sz="3667" kern="0" spc="17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6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(row,</a:t>
            </a:r>
            <a:r>
              <a:rPr sz="3667" kern="0" spc="22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667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column)</a:t>
            </a:r>
            <a:endParaRPr sz="3667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91200" y="1600201"/>
            <a:ext cx="5384800" cy="2045731"/>
          </a:xfrm>
          <a:prstGeom prst="rect">
            <a:avLst/>
          </a:prstGeom>
          <a:solidFill>
            <a:srgbClr val="252525"/>
          </a:solidFill>
        </p:spPr>
        <p:txBody>
          <a:bodyPr vert="horz" wrap="square" lIns="0" tIns="9313" rIns="0" bIns="0" rtlCol="0">
            <a:spAutoFit/>
          </a:bodyPr>
          <a:lstStyle/>
          <a:p>
            <a:pPr marL="521534" marR="3011518" indent="-394537" defTabSz="1219170">
              <a:lnSpc>
                <a:spcPct val="116399"/>
              </a:lnSpc>
              <a:spcBef>
                <a:spcPts val="73"/>
              </a:spcBef>
            </a:pPr>
            <a:r>
              <a:rPr sz="1867" kern="0" spc="-13" dirty="0">
                <a:solidFill>
                  <a:srgbClr val="A6E12D"/>
                </a:solidFill>
                <a:latin typeface="Consolas"/>
                <a:cs typeface="Consolas"/>
              </a:rPr>
              <a:t>.grid-</a:t>
            </a:r>
            <a:r>
              <a:rPr sz="1867" kern="0" dirty="0">
                <a:solidFill>
                  <a:srgbClr val="A6E12D"/>
                </a:solidFill>
                <a:latin typeface="Consolas"/>
                <a:cs typeface="Consolas"/>
              </a:rPr>
              <a:t>container</a:t>
            </a:r>
            <a:r>
              <a:rPr sz="1867" kern="0" spc="20" dirty="0">
                <a:solidFill>
                  <a:srgbClr val="A6E12D"/>
                </a:solidFill>
                <a:latin typeface="Consolas"/>
                <a:cs typeface="Consolas"/>
              </a:rPr>
              <a:t> </a:t>
            </a:r>
            <a:r>
              <a:rPr sz="1867" kern="0" spc="-67" dirty="0">
                <a:solidFill>
                  <a:srgbClr val="F8F8F1"/>
                </a:solidFill>
                <a:latin typeface="Consolas"/>
                <a:cs typeface="Consolas"/>
              </a:rPr>
              <a:t>{ </a:t>
            </a:r>
            <a:r>
              <a:rPr sz="1867" kern="0" dirty="0">
                <a:solidFill>
                  <a:srgbClr val="66D9EE"/>
                </a:solidFill>
                <a:latin typeface="Consolas"/>
                <a:cs typeface="Consolas"/>
              </a:rPr>
              <a:t>display</a:t>
            </a:r>
            <a:r>
              <a:rPr sz="1867" kern="0" dirty="0">
                <a:solidFill>
                  <a:srgbClr val="F8F8F1"/>
                </a:solidFill>
                <a:latin typeface="Consolas"/>
                <a:cs typeface="Consolas"/>
              </a:rPr>
              <a:t>:</a:t>
            </a:r>
            <a:r>
              <a:rPr sz="1867" kern="0" spc="-27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sz="1867" kern="0" spc="-13" dirty="0">
                <a:solidFill>
                  <a:srgbClr val="AD81FF"/>
                </a:solidFill>
                <a:latin typeface="Consolas"/>
                <a:cs typeface="Consolas"/>
              </a:rPr>
              <a:t>grid</a:t>
            </a:r>
            <a:r>
              <a:rPr sz="1867" kern="0" spc="-13" dirty="0">
                <a:solidFill>
                  <a:srgbClr val="F8F8F1"/>
                </a:solidFill>
                <a:latin typeface="Consolas"/>
                <a:cs typeface="Consolas"/>
              </a:rPr>
              <a:t>;</a:t>
            </a:r>
            <a:endParaRPr sz="18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521534" marR="253147" defTabSz="1219170">
              <a:lnSpc>
                <a:spcPts val="2707"/>
              </a:lnSpc>
              <a:spcBef>
                <a:spcPts val="60"/>
              </a:spcBef>
            </a:pPr>
            <a:r>
              <a:rPr sz="1867" kern="0" spc="-13" dirty="0">
                <a:solidFill>
                  <a:srgbClr val="66D9EE"/>
                </a:solidFill>
                <a:latin typeface="Consolas"/>
                <a:cs typeface="Consolas"/>
              </a:rPr>
              <a:t>grid-template-</a:t>
            </a:r>
            <a:r>
              <a:rPr sz="1867" kern="0" dirty="0">
                <a:solidFill>
                  <a:srgbClr val="66D9EE"/>
                </a:solidFill>
                <a:latin typeface="Consolas"/>
                <a:cs typeface="Consolas"/>
              </a:rPr>
              <a:t>columns</a:t>
            </a:r>
            <a:r>
              <a:rPr sz="1867" kern="0" dirty="0">
                <a:solidFill>
                  <a:srgbClr val="F8F8F1"/>
                </a:solidFill>
                <a:latin typeface="Consolas"/>
                <a:cs typeface="Consolas"/>
              </a:rPr>
              <a:t>:</a:t>
            </a:r>
            <a:r>
              <a:rPr sz="1867" kern="0" spc="33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sz="1867" kern="0" dirty="0">
                <a:solidFill>
                  <a:srgbClr val="AD81FF"/>
                </a:solidFill>
                <a:latin typeface="Consolas"/>
                <a:cs typeface="Consolas"/>
              </a:rPr>
              <a:t>1fr 1fr</a:t>
            </a:r>
            <a:r>
              <a:rPr sz="1867" kern="0" spc="7" dirty="0">
                <a:solidFill>
                  <a:srgbClr val="AD81FF"/>
                </a:solidFill>
                <a:latin typeface="Consolas"/>
                <a:cs typeface="Consolas"/>
              </a:rPr>
              <a:t> </a:t>
            </a:r>
            <a:r>
              <a:rPr sz="1867" kern="0" spc="-27" dirty="0">
                <a:solidFill>
                  <a:srgbClr val="AD81FF"/>
                </a:solidFill>
                <a:latin typeface="Consolas"/>
                <a:cs typeface="Consolas"/>
              </a:rPr>
              <a:t>1fr</a:t>
            </a:r>
            <a:r>
              <a:rPr sz="1867" kern="0" spc="-27" dirty="0">
                <a:solidFill>
                  <a:srgbClr val="F8F8F1"/>
                </a:solidFill>
                <a:latin typeface="Consolas"/>
                <a:cs typeface="Consolas"/>
              </a:rPr>
              <a:t>; </a:t>
            </a:r>
            <a:r>
              <a:rPr sz="1867" kern="0" spc="-13" dirty="0">
                <a:solidFill>
                  <a:srgbClr val="66D9EE"/>
                </a:solidFill>
                <a:latin typeface="Consolas"/>
                <a:cs typeface="Consolas"/>
              </a:rPr>
              <a:t>grid-auto-</a:t>
            </a:r>
            <a:r>
              <a:rPr sz="1867" kern="0" dirty="0">
                <a:solidFill>
                  <a:srgbClr val="66D9EE"/>
                </a:solidFill>
                <a:latin typeface="Consolas"/>
                <a:cs typeface="Consolas"/>
              </a:rPr>
              <a:t>rows</a:t>
            </a:r>
            <a:r>
              <a:rPr sz="1867" kern="0" dirty="0">
                <a:solidFill>
                  <a:srgbClr val="F8F8F1"/>
                </a:solidFill>
                <a:latin typeface="Consolas"/>
                <a:cs typeface="Consolas"/>
              </a:rPr>
              <a:t>:</a:t>
            </a:r>
            <a:r>
              <a:rPr sz="1867" kern="0" spc="60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lang="lt-LT" sz="1867" kern="0" spc="-13" dirty="0">
                <a:solidFill>
                  <a:srgbClr val="AD81FF"/>
                </a:solidFill>
                <a:latin typeface="Consolas"/>
                <a:cs typeface="Consolas"/>
              </a:rPr>
              <a:t>14rem</a:t>
            </a:r>
            <a:r>
              <a:rPr sz="1867" kern="0" spc="-13" dirty="0">
                <a:solidFill>
                  <a:srgbClr val="F8F8F1"/>
                </a:solidFill>
                <a:latin typeface="Consolas"/>
                <a:cs typeface="Consolas"/>
              </a:rPr>
              <a:t>;</a:t>
            </a:r>
            <a:endParaRPr sz="18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521534" defTabSz="1219170">
              <a:spcBef>
                <a:spcPts val="200"/>
              </a:spcBef>
            </a:pPr>
            <a:r>
              <a:rPr sz="1867" kern="0" spc="-13" dirty="0">
                <a:solidFill>
                  <a:srgbClr val="66D9EE"/>
                </a:solidFill>
                <a:latin typeface="Consolas"/>
                <a:cs typeface="Consolas"/>
              </a:rPr>
              <a:t>grid-</a:t>
            </a:r>
            <a:r>
              <a:rPr sz="1867" kern="0" dirty="0">
                <a:solidFill>
                  <a:srgbClr val="66D9EE"/>
                </a:solidFill>
                <a:latin typeface="Consolas"/>
                <a:cs typeface="Consolas"/>
              </a:rPr>
              <a:t>gap</a:t>
            </a:r>
            <a:r>
              <a:rPr sz="1867" kern="0" dirty="0">
                <a:solidFill>
                  <a:srgbClr val="F8F8F1"/>
                </a:solidFill>
                <a:latin typeface="Consolas"/>
                <a:cs typeface="Consolas"/>
              </a:rPr>
              <a:t>:</a:t>
            </a:r>
            <a:r>
              <a:rPr sz="1867" kern="0" spc="20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sz="1867" kern="0" dirty="0">
                <a:solidFill>
                  <a:srgbClr val="AD81FF"/>
                </a:solidFill>
                <a:latin typeface="Consolas"/>
                <a:cs typeface="Consolas"/>
              </a:rPr>
              <a:t>5px </a:t>
            </a:r>
            <a:r>
              <a:rPr lang="lt-LT" sz="1867" kern="0" spc="-13" dirty="0">
                <a:solidFill>
                  <a:srgbClr val="AD81FF"/>
                </a:solidFill>
                <a:latin typeface="Consolas"/>
                <a:cs typeface="Consolas"/>
              </a:rPr>
              <a:t>1.5rem</a:t>
            </a:r>
            <a:r>
              <a:rPr sz="1867" kern="0" spc="-13" dirty="0">
                <a:solidFill>
                  <a:srgbClr val="F8F8F1"/>
                </a:solidFill>
                <a:latin typeface="Consolas"/>
                <a:cs typeface="Consolas"/>
              </a:rPr>
              <a:t>;</a:t>
            </a:r>
            <a:endParaRPr sz="18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27843" defTabSz="1219170">
              <a:spcBef>
                <a:spcPts val="467"/>
              </a:spcBef>
            </a:pPr>
            <a:r>
              <a:rPr sz="1867" kern="0" spc="-67" dirty="0">
                <a:solidFill>
                  <a:srgbClr val="F8F8F1"/>
                </a:solidFill>
                <a:latin typeface="Consolas"/>
                <a:cs typeface="Consolas"/>
              </a:rPr>
              <a:t>}</a:t>
            </a:r>
            <a:endParaRPr sz="1867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67668" y="4512649"/>
            <a:ext cx="2370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33" dirty="0">
                <a:solidFill>
                  <a:srgbClr val="878787"/>
                </a:solidFill>
                <a:latin typeface="Times New Roman"/>
                <a:cs typeface="Times New Roman"/>
              </a:rPr>
              <a:t>20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912" y="476955"/>
            <a:ext cx="13238480" cy="925104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dirty="0"/>
              <a:t>Gutter</a:t>
            </a:r>
            <a:r>
              <a:rPr spc="-27" dirty="0"/>
              <a:t> </a:t>
            </a:r>
            <a:r>
              <a:rPr dirty="0"/>
              <a:t>|</a:t>
            </a:r>
            <a:r>
              <a:rPr spc="-127" dirty="0"/>
              <a:t> </a:t>
            </a:r>
            <a:r>
              <a:rPr spc="-67" dirty="0"/>
              <a:t>2</a:t>
            </a:r>
          </a:p>
        </p:txBody>
      </p:sp>
      <p:pic>
        <p:nvPicPr>
          <p:cNvPr id="3" name="object 3" descr="Ekrano nukirtima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2200" y="1397000"/>
            <a:ext cx="10007600" cy="45212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539727" y="4420024"/>
            <a:ext cx="2370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33" dirty="0">
                <a:solidFill>
                  <a:srgbClr val="878787"/>
                </a:solidFill>
                <a:latin typeface="Times New Roman"/>
                <a:cs typeface="Times New Roman"/>
              </a:rPr>
              <a:t>21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912" y="476955"/>
            <a:ext cx="13238480" cy="925104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dirty="0"/>
              <a:t>Kiti</a:t>
            </a:r>
            <a:r>
              <a:rPr spc="-73" dirty="0"/>
              <a:t> </a:t>
            </a:r>
            <a:r>
              <a:rPr spc="-13" dirty="0"/>
              <a:t>parametrai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5433" y="1528065"/>
            <a:ext cx="2680547" cy="1533026"/>
          </a:xfrm>
          <a:prstGeom prst="rect">
            <a:avLst/>
          </a:prstGeom>
        </p:spPr>
        <p:txBody>
          <a:bodyPr vert="horz" wrap="square" lIns="0" tIns="115993" rIns="0" bIns="0" rtlCol="0">
            <a:spAutoFit/>
          </a:bodyPr>
          <a:lstStyle/>
          <a:p>
            <a:pPr marL="474121" indent="-457189" defTabSz="1219170">
              <a:spcBef>
                <a:spcPts val="913"/>
              </a:spcBef>
              <a:buClr>
                <a:srgbClr val="000000"/>
              </a:buClr>
              <a:buFont typeface="Arial"/>
              <a:buChar char="•"/>
              <a:tabLst>
                <a:tab pos="474121" algn="l"/>
              </a:tabLst>
            </a:pPr>
            <a:r>
              <a:rPr sz="4267" u="sng" kern="0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2"/>
              </a:rPr>
              <a:t>Grid</a:t>
            </a:r>
            <a:r>
              <a:rPr sz="4267" u="sng" kern="0" spc="-60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4267" u="sng" kern="0" spc="-27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2"/>
              </a:rPr>
              <a:t>Line</a:t>
            </a:r>
            <a:endParaRPr sz="4267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474121" indent="-457189" defTabSz="1219170">
              <a:spcBef>
                <a:spcPts val="787"/>
              </a:spcBef>
              <a:buClr>
                <a:srgbClr val="000000"/>
              </a:buClr>
              <a:buFont typeface="Arial"/>
              <a:buChar char="•"/>
              <a:tabLst>
                <a:tab pos="474121" algn="l"/>
              </a:tabLst>
            </a:pPr>
            <a:r>
              <a:rPr sz="4267" u="sng" kern="0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3"/>
              </a:rPr>
              <a:t>Grid</a:t>
            </a:r>
            <a:r>
              <a:rPr sz="4267" u="sng" kern="0" spc="-60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sz="4267" u="sng" kern="0" spc="-27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3"/>
              </a:rPr>
              <a:t>Area</a:t>
            </a:r>
            <a:endParaRPr sz="4267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39727" y="4420024"/>
            <a:ext cx="2370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33" dirty="0">
                <a:solidFill>
                  <a:srgbClr val="878787"/>
                </a:solidFill>
                <a:latin typeface="Times New Roman"/>
                <a:cs typeface="Times New Roman"/>
              </a:rPr>
              <a:t>22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14DCD-3F52-4A1A-AEB3-2173E06FB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79380" cy="1325563"/>
          </a:xfrm>
        </p:spPr>
        <p:txBody>
          <a:bodyPr>
            <a:normAutofit/>
          </a:bodyPr>
          <a:lstStyle/>
          <a:p>
            <a:r>
              <a:rPr lang="lt-L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Kiek reikėtu stulpelių ir kiek eilučių šiai užduočiai atlikti?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A28147-6C07-47F0-8891-CBFF79F8F9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4513" y="1764945"/>
            <a:ext cx="6231787" cy="4785398"/>
          </a:xfrm>
        </p:spPr>
      </p:pic>
    </p:spTree>
    <p:extLst>
      <p:ext uri="{BB962C8B-B14F-4D97-AF65-F5344CB8AC3E}">
        <p14:creationId xmlns:p14="http://schemas.microsoft.com/office/powerpoint/2010/main" val="14028003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15433" y="211667"/>
            <a:ext cx="8248227" cy="92595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6933">
              <a:spcBef>
                <a:spcPts val="180"/>
              </a:spcBef>
            </a:pPr>
            <a:r>
              <a:rPr dirty="0"/>
              <a:t>autofit,</a:t>
            </a:r>
            <a:r>
              <a:rPr spc="-80" dirty="0"/>
              <a:t> </a:t>
            </a:r>
            <a:r>
              <a:rPr dirty="0"/>
              <a:t>autofill</a:t>
            </a:r>
            <a:r>
              <a:rPr spc="-120" dirty="0"/>
              <a:t> </a:t>
            </a:r>
            <a:r>
              <a:rPr sz="4000" u="sng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hlinkClick r:id="rId2"/>
              </a:rPr>
              <a:t>Vaizd</a:t>
            </a:r>
            <a:r>
              <a:rPr sz="4000" u="sng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</a:rPr>
              <a:t>o</a:t>
            </a:r>
            <a:r>
              <a:rPr sz="4000" u="sng" spc="-113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</a:rPr>
              <a:t> </a:t>
            </a:r>
            <a:r>
              <a:rPr sz="4000" u="sng" spc="-13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hlinkClick r:id="rId2"/>
              </a:rPr>
              <a:t>medžiaga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15053" y="1288626"/>
            <a:ext cx="5357705" cy="4873300"/>
          </a:xfrm>
          <a:prstGeom prst="rect">
            <a:avLst/>
          </a:prstGeom>
        </p:spPr>
        <p:txBody>
          <a:bodyPr vert="horz" wrap="square" lIns="0" tIns="108373" rIns="0" bIns="0" rtlCol="0">
            <a:spAutoFit/>
          </a:bodyPr>
          <a:lstStyle/>
          <a:p>
            <a:pPr marL="471582" marR="456342" indent="-454649" algn="just" defTabSz="1219170">
              <a:lnSpc>
                <a:spcPts val="3107"/>
              </a:lnSpc>
              <a:spcBef>
                <a:spcPts val="853"/>
              </a:spcBef>
              <a:buFont typeface="Arial"/>
              <a:buChar char="•"/>
              <a:tabLst>
                <a:tab pos="474968" algn="l"/>
              </a:tabLst>
            </a:pPr>
            <a:r>
              <a:rPr sz="3200" b="1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auto-</a:t>
            </a:r>
            <a:r>
              <a:rPr sz="3200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fill</a:t>
            </a:r>
            <a:r>
              <a:rPr sz="3200" b="1" kern="0" spc="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užpildo</a:t>
            </a:r>
            <a:r>
              <a:rPr sz="3200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eilutę</a:t>
            </a:r>
            <a:r>
              <a:rPr sz="3200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spc="-2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tiek 	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stulpelių,</a:t>
            </a:r>
            <a:r>
              <a:rPr sz="3200" kern="0" spc="-3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kiek</a:t>
            </a:r>
            <a:r>
              <a:rPr sz="3200" kern="0" spc="-3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tik</a:t>
            </a:r>
            <a:r>
              <a:rPr sz="3200" kern="0" spc="-3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telpa.</a:t>
            </a:r>
            <a:endParaRPr sz="32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474968" marR="6773" algn="just" defTabSz="1219170">
              <a:lnSpc>
                <a:spcPct val="79800"/>
              </a:lnSpc>
              <a:spcBef>
                <a:spcPts val="60"/>
              </a:spcBef>
            </a:pP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Todėl</a:t>
            </a:r>
            <a:r>
              <a:rPr sz="3200" kern="0" spc="-5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jis</a:t>
            </a:r>
            <a:r>
              <a:rPr sz="3200" kern="0" spc="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sukuria</a:t>
            </a:r>
            <a:r>
              <a:rPr sz="3200" kern="0" spc="-6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numanomus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(implicit)</a:t>
            </a:r>
            <a:r>
              <a:rPr sz="3200" kern="0" spc="-5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stulpelius</a:t>
            </a:r>
            <a:r>
              <a:rPr sz="3200" kern="0" spc="-1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kiekvieną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kartą,</a:t>
            </a:r>
            <a:r>
              <a:rPr sz="3200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kai</a:t>
            </a:r>
            <a:r>
              <a:rPr sz="3200" kern="0" spc="-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tik</a:t>
            </a:r>
            <a:r>
              <a:rPr sz="3200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gali</a:t>
            </a:r>
            <a:r>
              <a:rPr sz="3200" kern="0" spc="-9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tilpti</a:t>
            </a:r>
            <a:r>
              <a:rPr sz="3200" kern="0" spc="-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naujas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stulpelis,</a:t>
            </a:r>
            <a:r>
              <a:rPr sz="3200" kern="0" spc="-4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nes</a:t>
            </a:r>
            <a:r>
              <a:rPr sz="3200" kern="0" spc="-9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bando</a:t>
            </a:r>
            <a:r>
              <a:rPr sz="3200" kern="0" spc="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b="1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užpildyti </a:t>
            </a:r>
            <a:r>
              <a:rPr sz="3200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eilutę</a:t>
            </a:r>
            <a:r>
              <a:rPr sz="3200" b="1" kern="0" spc="-3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kuo</a:t>
            </a:r>
            <a:r>
              <a:rPr sz="3200" b="1" kern="0" spc="-9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didesniu</a:t>
            </a:r>
            <a:r>
              <a:rPr sz="3200" b="1" kern="0" spc="-8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b="1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stulpelių skaičiumi</a:t>
            </a:r>
            <a:r>
              <a:rPr sz="3200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.</a:t>
            </a:r>
            <a:endParaRPr sz="32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474968" marR="328497" defTabSz="1219170">
              <a:lnSpc>
                <a:spcPct val="79600"/>
              </a:lnSpc>
              <a:spcBef>
                <a:spcPts val="53"/>
              </a:spcBef>
            </a:pP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Naujai</a:t>
            </a:r>
            <a:r>
              <a:rPr sz="3200" kern="0" spc="-6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pridėti</a:t>
            </a:r>
            <a:r>
              <a:rPr sz="3200" kern="0" spc="-4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stulpeliai</a:t>
            </a:r>
            <a:r>
              <a:rPr sz="3200" kern="0" spc="-6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spc="-2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gali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būti</a:t>
            </a:r>
            <a:r>
              <a:rPr sz="3200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tušti,</a:t>
            </a:r>
            <a:r>
              <a:rPr sz="3200" kern="0" spc="-2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tačiau</a:t>
            </a:r>
            <a:r>
              <a:rPr sz="3200" kern="0" spc="-2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jie</a:t>
            </a:r>
            <a:r>
              <a:rPr sz="3200" kern="0" spc="-4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vis</a:t>
            </a:r>
            <a:r>
              <a:rPr sz="3200" kern="0" spc="-6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spc="-2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tiek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užims</a:t>
            </a:r>
            <a:r>
              <a:rPr sz="3200" kern="0" spc="-1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jiems</a:t>
            </a:r>
            <a:r>
              <a:rPr sz="3200" kern="0" spc="-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skirtą</a:t>
            </a:r>
            <a:r>
              <a:rPr sz="3200" kern="0" spc="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spc="-2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vietą</a:t>
            </a:r>
            <a:endParaRPr sz="32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474968" defTabSz="1219170">
              <a:lnSpc>
                <a:spcPts val="3107"/>
              </a:lnSpc>
            </a:pPr>
            <a:r>
              <a:rPr sz="3200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eilutėje.</a:t>
            </a:r>
            <a:endParaRPr sz="32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00512" y="1208532"/>
            <a:ext cx="5100320" cy="5247548"/>
          </a:xfrm>
          <a:prstGeom prst="rect">
            <a:avLst/>
          </a:prstGeom>
        </p:spPr>
        <p:txBody>
          <a:bodyPr vert="horz" wrap="square" lIns="0" tIns="115147" rIns="0" bIns="0" rtlCol="0">
            <a:spAutoFit/>
          </a:bodyPr>
          <a:lstStyle/>
          <a:p>
            <a:pPr marL="474121" marR="220974" indent="-458035" defTabSz="1219170">
              <a:lnSpc>
                <a:spcPct val="80000"/>
              </a:lnSpc>
              <a:spcBef>
                <a:spcPts val="907"/>
              </a:spcBef>
              <a:buFont typeface="Arial"/>
              <a:buChar char="•"/>
              <a:tabLst>
                <a:tab pos="474121" algn="l"/>
              </a:tabLst>
            </a:pPr>
            <a:r>
              <a:rPr sz="3200" b="1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auto-</a:t>
            </a:r>
            <a:r>
              <a:rPr sz="3200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fit</a:t>
            </a:r>
            <a:r>
              <a:rPr sz="3200" b="1" kern="0" spc="-4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pritaiko</a:t>
            </a:r>
            <a:r>
              <a:rPr sz="3200" kern="0" spc="-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(ištempia) </a:t>
            </a:r>
            <a:r>
              <a:rPr sz="3200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šiuo</a:t>
            </a:r>
            <a:r>
              <a:rPr sz="3200" b="1" kern="0" spc="-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metu</a:t>
            </a:r>
            <a:r>
              <a:rPr sz="3200" b="1" kern="0" spc="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b="1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esančius </a:t>
            </a:r>
            <a:r>
              <a:rPr sz="3200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stulpelius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,</a:t>
            </a:r>
            <a:r>
              <a:rPr sz="3200" kern="0" spc="-2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kad</a:t>
            </a:r>
            <a:r>
              <a:rPr sz="3200" kern="0" spc="-2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jie</a:t>
            </a:r>
            <a:r>
              <a:rPr sz="3200" kern="0" spc="-4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užimtų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visą</a:t>
            </a:r>
            <a:r>
              <a:rPr sz="3200" kern="0" spc="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turimą</a:t>
            </a:r>
            <a:r>
              <a:rPr sz="3200" kern="0" spc="-6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vietą.</a:t>
            </a:r>
            <a:endParaRPr sz="32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474121" marR="6773" defTabSz="1219170">
              <a:lnSpc>
                <a:spcPct val="80000"/>
              </a:lnSpc>
              <a:spcBef>
                <a:spcPts val="33"/>
              </a:spcBef>
            </a:pP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Naršyklė</a:t>
            </a:r>
            <a:r>
              <a:rPr sz="3200" kern="0" spc="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tai</a:t>
            </a:r>
            <a:r>
              <a:rPr sz="3200" kern="0" spc="-13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padaro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pirmiausia</a:t>
            </a:r>
            <a:r>
              <a:rPr sz="3200" kern="0" spc="-6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b="1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užpildydama </a:t>
            </a:r>
            <a:r>
              <a:rPr sz="3200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papildomą</a:t>
            </a:r>
            <a:r>
              <a:rPr sz="3200" b="1" kern="0" spc="-9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b="1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vietą </a:t>
            </a:r>
            <a:r>
              <a:rPr sz="3200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papildomais</a:t>
            </a:r>
            <a:r>
              <a:rPr sz="3200" b="1" kern="0" spc="-7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b="1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stulpeliais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(kaip</a:t>
            </a:r>
            <a:r>
              <a:rPr sz="3200" kern="0" spc="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ir</a:t>
            </a:r>
            <a:r>
              <a:rPr sz="3200" kern="0" spc="-5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naudojant</a:t>
            </a:r>
            <a:r>
              <a:rPr sz="3200" kern="0" spc="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b="1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auto-fill</a:t>
            </a:r>
            <a:r>
              <a:rPr sz="3200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),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o</a:t>
            </a:r>
            <a:r>
              <a:rPr sz="3200" kern="0" spc="-2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tada</a:t>
            </a:r>
            <a:r>
              <a:rPr sz="3200" kern="0" spc="-3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tuščius</a:t>
            </a:r>
            <a:r>
              <a:rPr sz="3200" b="1" kern="0" spc="-7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b="1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stulpelius </a:t>
            </a:r>
            <a:r>
              <a:rPr sz="3200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suskleidžia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,</a:t>
            </a:r>
            <a:r>
              <a:rPr sz="3200" kern="0" spc="-6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todėl</a:t>
            </a:r>
            <a:r>
              <a:rPr sz="3200" kern="0" spc="-5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spc="-2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likę</a:t>
            </a:r>
            <a:endParaRPr sz="32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474121" marR="70272" defTabSz="1219170">
              <a:lnSpc>
                <a:spcPct val="80900"/>
              </a:lnSpc>
            </a:pP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stulpeliai</a:t>
            </a:r>
            <a:r>
              <a:rPr sz="3200" kern="0" spc="-3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išsiplečia</a:t>
            </a:r>
            <a:r>
              <a:rPr sz="3200" kern="0" spc="-5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ir</a:t>
            </a:r>
            <a:r>
              <a:rPr sz="3200" kern="0" spc="-10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užima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visą</a:t>
            </a:r>
            <a:r>
              <a:rPr sz="3200" kern="0" spc="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laisvą</a:t>
            </a:r>
            <a:r>
              <a:rPr sz="3200" kern="0" spc="-7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erdvę.</a:t>
            </a:r>
            <a:endParaRPr sz="32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67668" y="4512649"/>
            <a:ext cx="2370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33" dirty="0">
                <a:solidFill>
                  <a:srgbClr val="878787"/>
                </a:solidFill>
                <a:latin typeface="Times New Roman"/>
                <a:cs typeface="Times New Roman"/>
              </a:rPr>
              <a:t>23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292502" y="116502"/>
            <a:ext cx="808567" cy="706967"/>
            <a:chOff x="8469376" y="87376"/>
            <a:chExt cx="606425" cy="530225"/>
          </a:xfrm>
        </p:grpSpPr>
        <p:sp>
          <p:nvSpPr>
            <p:cNvPr id="7" name="object 7">
              <a:hlinkClick r:id="rId3"/>
            </p:cNvPr>
            <p:cNvSpPr/>
            <p:nvPr/>
          </p:nvSpPr>
          <p:spPr>
            <a:xfrm>
              <a:off x="8482076" y="100076"/>
              <a:ext cx="581025" cy="504825"/>
            </a:xfrm>
            <a:custGeom>
              <a:avLst/>
              <a:gdLst/>
              <a:ahLst/>
              <a:cxnLst/>
              <a:rect l="l" t="t" r="r" b="b"/>
              <a:pathLst>
                <a:path w="581025" h="504825">
                  <a:moveTo>
                    <a:pt x="581025" y="0"/>
                  </a:moveTo>
                  <a:lnTo>
                    <a:pt x="0" y="0"/>
                  </a:lnTo>
                  <a:lnTo>
                    <a:pt x="0" y="504825"/>
                  </a:lnTo>
                  <a:lnTo>
                    <a:pt x="581025" y="504825"/>
                  </a:lnTo>
                  <a:lnTo>
                    <a:pt x="581025" y="441706"/>
                  </a:lnTo>
                  <a:lnTo>
                    <a:pt x="290449" y="441706"/>
                  </a:lnTo>
                  <a:lnTo>
                    <a:pt x="239771" y="434937"/>
                  </a:lnTo>
                  <a:lnTo>
                    <a:pt x="194234" y="415840"/>
                  </a:lnTo>
                  <a:lnTo>
                    <a:pt x="155654" y="386222"/>
                  </a:lnTo>
                  <a:lnTo>
                    <a:pt x="125847" y="347895"/>
                  </a:lnTo>
                  <a:lnTo>
                    <a:pt x="106631" y="302667"/>
                  </a:lnTo>
                  <a:lnTo>
                    <a:pt x="99822" y="252349"/>
                  </a:lnTo>
                  <a:lnTo>
                    <a:pt x="106631" y="202030"/>
                  </a:lnTo>
                  <a:lnTo>
                    <a:pt x="125847" y="156802"/>
                  </a:lnTo>
                  <a:lnTo>
                    <a:pt x="155654" y="118475"/>
                  </a:lnTo>
                  <a:lnTo>
                    <a:pt x="194234" y="88857"/>
                  </a:lnTo>
                  <a:lnTo>
                    <a:pt x="239771" y="69760"/>
                  </a:lnTo>
                  <a:lnTo>
                    <a:pt x="290449" y="62991"/>
                  </a:lnTo>
                  <a:lnTo>
                    <a:pt x="581025" y="62991"/>
                  </a:lnTo>
                  <a:lnTo>
                    <a:pt x="581025" y="0"/>
                  </a:lnTo>
                  <a:close/>
                </a:path>
                <a:path w="581025" h="504825">
                  <a:moveTo>
                    <a:pt x="581025" y="62991"/>
                  </a:moveTo>
                  <a:lnTo>
                    <a:pt x="290449" y="62991"/>
                  </a:lnTo>
                  <a:lnTo>
                    <a:pt x="341126" y="69760"/>
                  </a:lnTo>
                  <a:lnTo>
                    <a:pt x="386663" y="88857"/>
                  </a:lnTo>
                  <a:lnTo>
                    <a:pt x="425243" y="118475"/>
                  </a:lnTo>
                  <a:lnTo>
                    <a:pt x="455050" y="156802"/>
                  </a:lnTo>
                  <a:lnTo>
                    <a:pt x="474266" y="202030"/>
                  </a:lnTo>
                  <a:lnTo>
                    <a:pt x="481075" y="252349"/>
                  </a:lnTo>
                  <a:lnTo>
                    <a:pt x="474266" y="302667"/>
                  </a:lnTo>
                  <a:lnTo>
                    <a:pt x="455050" y="347895"/>
                  </a:lnTo>
                  <a:lnTo>
                    <a:pt x="425243" y="386222"/>
                  </a:lnTo>
                  <a:lnTo>
                    <a:pt x="386663" y="415840"/>
                  </a:lnTo>
                  <a:lnTo>
                    <a:pt x="341126" y="434937"/>
                  </a:lnTo>
                  <a:lnTo>
                    <a:pt x="290449" y="441706"/>
                  </a:lnTo>
                  <a:lnTo>
                    <a:pt x="581025" y="441706"/>
                  </a:lnTo>
                  <a:lnTo>
                    <a:pt x="581025" y="62991"/>
                  </a:lnTo>
                  <a:close/>
                </a:path>
              </a:pathLst>
            </a:custGeom>
            <a:solidFill>
              <a:srgbClr val="1CACE3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object 8">
              <a:hlinkClick r:id="rId3"/>
            </p:cNvPr>
            <p:cNvSpPr/>
            <p:nvPr/>
          </p:nvSpPr>
          <p:spPr>
            <a:xfrm>
              <a:off x="8581898" y="163068"/>
              <a:ext cx="381635" cy="379095"/>
            </a:xfrm>
            <a:custGeom>
              <a:avLst/>
              <a:gdLst/>
              <a:ahLst/>
              <a:cxnLst/>
              <a:rect l="l" t="t" r="r" b="b"/>
              <a:pathLst>
                <a:path w="381634" h="379095">
                  <a:moveTo>
                    <a:pt x="190626" y="0"/>
                  </a:moveTo>
                  <a:lnTo>
                    <a:pt x="139949" y="6768"/>
                  </a:lnTo>
                  <a:lnTo>
                    <a:pt x="94412" y="25865"/>
                  </a:lnTo>
                  <a:lnTo>
                    <a:pt x="55832" y="55483"/>
                  </a:lnTo>
                  <a:lnTo>
                    <a:pt x="26025" y="93810"/>
                  </a:lnTo>
                  <a:lnTo>
                    <a:pt x="6809" y="139038"/>
                  </a:lnTo>
                  <a:lnTo>
                    <a:pt x="0" y="189357"/>
                  </a:lnTo>
                  <a:lnTo>
                    <a:pt x="6809" y="239675"/>
                  </a:lnTo>
                  <a:lnTo>
                    <a:pt x="26025" y="284903"/>
                  </a:lnTo>
                  <a:lnTo>
                    <a:pt x="55832" y="323230"/>
                  </a:lnTo>
                  <a:lnTo>
                    <a:pt x="94412" y="352848"/>
                  </a:lnTo>
                  <a:lnTo>
                    <a:pt x="139949" y="371945"/>
                  </a:lnTo>
                  <a:lnTo>
                    <a:pt x="190626" y="378714"/>
                  </a:lnTo>
                  <a:lnTo>
                    <a:pt x="241304" y="371945"/>
                  </a:lnTo>
                  <a:lnTo>
                    <a:pt x="286841" y="352848"/>
                  </a:lnTo>
                  <a:lnTo>
                    <a:pt x="314854" y="331343"/>
                  </a:lnTo>
                  <a:lnTo>
                    <a:pt x="119125" y="331343"/>
                  </a:lnTo>
                  <a:lnTo>
                    <a:pt x="119125" y="307721"/>
                  </a:lnTo>
                  <a:lnTo>
                    <a:pt x="154940" y="307721"/>
                  </a:lnTo>
                  <a:lnTo>
                    <a:pt x="154940" y="141986"/>
                  </a:lnTo>
                  <a:lnTo>
                    <a:pt x="119125" y="141986"/>
                  </a:lnTo>
                  <a:lnTo>
                    <a:pt x="119125" y="118364"/>
                  </a:lnTo>
                  <a:lnTo>
                    <a:pt x="365660" y="118364"/>
                  </a:lnTo>
                  <a:lnTo>
                    <a:pt x="355228" y="93810"/>
                  </a:lnTo>
                  <a:lnTo>
                    <a:pt x="346767" y="82931"/>
                  </a:lnTo>
                  <a:lnTo>
                    <a:pt x="190626" y="82931"/>
                  </a:lnTo>
                  <a:lnTo>
                    <a:pt x="176746" y="80125"/>
                  </a:lnTo>
                  <a:lnTo>
                    <a:pt x="165401" y="72485"/>
                  </a:lnTo>
                  <a:lnTo>
                    <a:pt x="157747" y="61178"/>
                  </a:lnTo>
                  <a:lnTo>
                    <a:pt x="154940" y="47371"/>
                  </a:lnTo>
                  <a:lnTo>
                    <a:pt x="157747" y="33583"/>
                  </a:lnTo>
                  <a:lnTo>
                    <a:pt x="165401" y="22320"/>
                  </a:lnTo>
                  <a:lnTo>
                    <a:pt x="176746" y="14724"/>
                  </a:lnTo>
                  <a:lnTo>
                    <a:pt x="190626" y="11937"/>
                  </a:lnTo>
                  <a:lnTo>
                    <a:pt x="253631" y="11937"/>
                  </a:lnTo>
                  <a:lnTo>
                    <a:pt x="241304" y="6768"/>
                  </a:lnTo>
                  <a:lnTo>
                    <a:pt x="190626" y="0"/>
                  </a:lnTo>
                  <a:close/>
                </a:path>
                <a:path w="381634" h="379095">
                  <a:moveTo>
                    <a:pt x="365660" y="118364"/>
                  </a:moveTo>
                  <a:lnTo>
                    <a:pt x="226313" y="118364"/>
                  </a:lnTo>
                  <a:lnTo>
                    <a:pt x="226313" y="307721"/>
                  </a:lnTo>
                  <a:lnTo>
                    <a:pt x="262127" y="307721"/>
                  </a:lnTo>
                  <a:lnTo>
                    <a:pt x="262127" y="331343"/>
                  </a:lnTo>
                  <a:lnTo>
                    <a:pt x="314854" y="331343"/>
                  </a:lnTo>
                  <a:lnTo>
                    <a:pt x="325421" y="323230"/>
                  </a:lnTo>
                  <a:lnTo>
                    <a:pt x="355228" y="284903"/>
                  </a:lnTo>
                  <a:lnTo>
                    <a:pt x="374444" y="239675"/>
                  </a:lnTo>
                  <a:lnTo>
                    <a:pt x="381253" y="189357"/>
                  </a:lnTo>
                  <a:lnTo>
                    <a:pt x="374444" y="139038"/>
                  </a:lnTo>
                  <a:lnTo>
                    <a:pt x="365660" y="118364"/>
                  </a:lnTo>
                  <a:close/>
                </a:path>
                <a:path w="381634" h="379095">
                  <a:moveTo>
                    <a:pt x="253631" y="11937"/>
                  </a:moveTo>
                  <a:lnTo>
                    <a:pt x="190626" y="11937"/>
                  </a:lnTo>
                  <a:lnTo>
                    <a:pt x="204507" y="14724"/>
                  </a:lnTo>
                  <a:lnTo>
                    <a:pt x="215852" y="22320"/>
                  </a:lnTo>
                  <a:lnTo>
                    <a:pt x="223506" y="33583"/>
                  </a:lnTo>
                  <a:lnTo>
                    <a:pt x="226313" y="47371"/>
                  </a:lnTo>
                  <a:lnTo>
                    <a:pt x="223506" y="61178"/>
                  </a:lnTo>
                  <a:lnTo>
                    <a:pt x="215852" y="72485"/>
                  </a:lnTo>
                  <a:lnTo>
                    <a:pt x="204507" y="80125"/>
                  </a:lnTo>
                  <a:lnTo>
                    <a:pt x="190626" y="82931"/>
                  </a:lnTo>
                  <a:lnTo>
                    <a:pt x="346767" y="82931"/>
                  </a:lnTo>
                  <a:lnTo>
                    <a:pt x="325421" y="55483"/>
                  </a:lnTo>
                  <a:lnTo>
                    <a:pt x="286841" y="25865"/>
                  </a:lnTo>
                  <a:lnTo>
                    <a:pt x="253631" y="11937"/>
                  </a:lnTo>
                  <a:close/>
                </a:path>
              </a:pathLst>
            </a:custGeom>
            <a:solidFill>
              <a:srgbClr val="11688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object 9">
              <a:hlinkClick r:id="rId3"/>
            </p:cNvPr>
            <p:cNvSpPr/>
            <p:nvPr/>
          </p:nvSpPr>
          <p:spPr>
            <a:xfrm>
              <a:off x="8701024" y="175006"/>
              <a:ext cx="143510" cy="319405"/>
            </a:xfrm>
            <a:custGeom>
              <a:avLst/>
              <a:gdLst/>
              <a:ahLst/>
              <a:cxnLst/>
              <a:rect l="l" t="t" r="r" b="b"/>
              <a:pathLst>
                <a:path w="143509" h="319405">
                  <a:moveTo>
                    <a:pt x="71500" y="0"/>
                  </a:moveTo>
                  <a:lnTo>
                    <a:pt x="57620" y="2786"/>
                  </a:lnTo>
                  <a:lnTo>
                    <a:pt x="46275" y="10382"/>
                  </a:lnTo>
                  <a:lnTo>
                    <a:pt x="38621" y="21645"/>
                  </a:lnTo>
                  <a:lnTo>
                    <a:pt x="35814" y="35433"/>
                  </a:lnTo>
                  <a:lnTo>
                    <a:pt x="38621" y="49240"/>
                  </a:lnTo>
                  <a:lnTo>
                    <a:pt x="46275" y="60547"/>
                  </a:lnTo>
                  <a:lnTo>
                    <a:pt x="57620" y="68187"/>
                  </a:lnTo>
                  <a:lnTo>
                    <a:pt x="71500" y="70993"/>
                  </a:lnTo>
                  <a:lnTo>
                    <a:pt x="85381" y="68187"/>
                  </a:lnTo>
                  <a:lnTo>
                    <a:pt x="96726" y="60547"/>
                  </a:lnTo>
                  <a:lnTo>
                    <a:pt x="104380" y="49240"/>
                  </a:lnTo>
                  <a:lnTo>
                    <a:pt x="107187" y="35433"/>
                  </a:lnTo>
                  <a:lnTo>
                    <a:pt x="104380" y="21645"/>
                  </a:lnTo>
                  <a:lnTo>
                    <a:pt x="96726" y="10382"/>
                  </a:lnTo>
                  <a:lnTo>
                    <a:pt x="85381" y="2786"/>
                  </a:lnTo>
                  <a:lnTo>
                    <a:pt x="71500" y="0"/>
                  </a:lnTo>
                  <a:close/>
                </a:path>
                <a:path w="143509" h="319405">
                  <a:moveTo>
                    <a:pt x="143001" y="295783"/>
                  </a:moveTo>
                  <a:lnTo>
                    <a:pt x="0" y="295783"/>
                  </a:lnTo>
                  <a:lnTo>
                    <a:pt x="0" y="319405"/>
                  </a:lnTo>
                  <a:lnTo>
                    <a:pt x="143001" y="319405"/>
                  </a:lnTo>
                  <a:lnTo>
                    <a:pt x="143001" y="295783"/>
                  </a:lnTo>
                  <a:close/>
                </a:path>
                <a:path w="143509" h="319405">
                  <a:moveTo>
                    <a:pt x="107187" y="106426"/>
                  </a:moveTo>
                  <a:lnTo>
                    <a:pt x="0" y="106426"/>
                  </a:lnTo>
                  <a:lnTo>
                    <a:pt x="0" y="130048"/>
                  </a:lnTo>
                  <a:lnTo>
                    <a:pt x="35814" y="130048"/>
                  </a:lnTo>
                  <a:lnTo>
                    <a:pt x="35814" y="295783"/>
                  </a:lnTo>
                  <a:lnTo>
                    <a:pt x="107187" y="295783"/>
                  </a:lnTo>
                  <a:lnTo>
                    <a:pt x="107187" y="106426"/>
                  </a:lnTo>
                  <a:close/>
                </a:path>
              </a:pathLst>
            </a:custGeom>
            <a:solidFill>
              <a:srgbClr val="77CEEE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object 10">
              <a:hlinkClick r:id="rId3"/>
            </p:cNvPr>
            <p:cNvSpPr/>
            <p:nvPr/>
          </p:nvSpPr>
          <p:spPr>
            <a:xfrm>
              <a:off x="8482076" y="100076"/>
              <a:ext cx="581025" cy="504825"/>
            </a:xfrm>
            <a:custGeom>
              <a:avLst/>
              <a:gdLst/>
              <a:ahLst/>
              <a:cxnLst/>
              <a:rect l="l" t="t" r="r" b="b"/>
              <a:pathLst>
                <a:path w="581025" h="504825">
                  <a:moveTo>
                    <a:pt x="0" y="0"/>
                  </a:moveTo>
                  <a:lnTo>
                    <a:pt x="581025" y="0"/>
                  </a:lnTo>
                  <a:lnTo>
                    <a:pt x="581025" y="504825"/>
                  </a:lnTo>
                  <a:lnTo>
                    <a:pt x="0" y="504825"/>
                  </a:lnTo>
                  <a:lnTo>
                    <a:pt x="0" y="0"/>
                  </a:lnTo>
                  <a:close/>
                </a:path>
                <a:path w="581025" h="504825">
                  <a:moveTo>
                    <a:pt x="290449" y="62991"/>
                  </a:moveTo>
                  <a:lnTo>
                    <a:pt x="341126" y="69760"/>
                  </a:lnTo>
                  <a:lnTo>
                    <a:pt x="386663" y="88857"/>
                  </a:lnTo>
                  <a:lnTo>
                    <a:pt x="425243" y="118475"/>
                  </a:lnTo>
                  <a:lnTo>
                    <a:pt x="455050" y="156802"/>
                  </a:lnTo>
                  <a:lnTo>
                    <a:pt x="474266" y="202030"/>
                  </a:lnTo>
                  <a:lnTo>
                    <a:pt x="481075" y="252349"/>
                  </a:lnTo>
                  <a:lnTo>
                    <a:pt x="474266" y="302667"/>
                  </a:lnTo>
                  <a:lnTo>
                    <a:pt x="455050" y="347895"/>
                  </a:lnTo>
                  <a:lnTo>
                    <a:pt x="425243" y="386222"/>
                  </a:lnTo>
                  <a:lnTo>
                    <a:pt x="386663" y="415840"/>
                  </a:lnTo>
                  <a:lnTo>
                    <a:pt x="341126" y="434937"/>
                  </a:lnTo>
                  <a:lnTo>
                    <a:pt x="290449" y="441706"/>
                  </a:lnTo>
                  <a:lnTo>
                    <a:pt x="239771" y="434937"/>
                  </a:lnTo>
                  <a:lnTo>
                    <a:pt x="194234" y="415840"/>
                  </a:lnTo>
                  <a:lnTo>
                    <a:pt x="155654" y="386222"/>
                  </a:lnTo>
                  <a:lnTo>
                    <a:pt x="125847" y="347895"/>
                  </a:lnTo>
                  <a:lnTo>
                    <a:pt x="106631" y="302667"/>
                  </a:lnTo>
                  <a:lnTo>
                    <a:pt x="99822" y="252349"/>
                  </a:lnTo>
                  <a:lnTo>
                    <a:pt x="106631" y="202030"/>
                  </a:lnTo>
                  <a:lnTo>
                    <a:pt x="125847" y="156802"/>
                  </a:lnTo>
                  <a:lnTo>
                    <a:pt x="155654" y="118475"/>
                  </a:lnTo>
                  <a:lnTo>
                    <a:pt x="194234" y="88857"/>
                  </a:lnTo>
                  <a:lnTo>
                    <a:pt x="239771" y="69760"/>
                  </a:lnTo>
                  <a:lnTo>
                    <a:pt x="290449" y="62991"/>
                  </a:lnTo>
                  <a:close/>
                </a:path>
                <a:path w="581025" h="504825">
                  <a:moveTo>
                    <a:pt x="290449" y="62991"/>
                  </a:moveTo>
                  <a:lnTo>
                    <a:pt x="341126" y="69760"/>
                  </a:lnTo>
                  <a:lnTo>
                    <a:pt x="386663" y="88857"/>
                  </a:lnTo>
                  <a:lnTo>
                    <a:pt x="425243" y="118475"/>
                  </a:lnTo>
                  <a:lnTo>
                    <a:pt x="455050" y="156802"/>
                  </a:lnTo>
                  <a:lnTo>
                    <a:pt x="474266" y="202030"/>
                  </a:lnTo>
                  <a:lnTo>
                    <a:pt x="481075" y="252349"/>
                  </a:lnTo>
                  <a:lnTo>
                    <a:pt x="474266" y="302667"/>
                  </a:lnTo>
                  <a:lnTo>
                    <a:pt x="455050" y="347895"/>
                  </a:lnTo>
                  <a:lnTo>
                    <a:pt x="425243" y="386222"/>
                  </a:lnTo>
                  <a:lnTo>
                    <a:pt x="386663" y="415840"/>
                  </a:lnTo>
                  <a:lnTo>
                    <a:pt x="341126" y="434937"/>
                  </a:lnTo>
                  <a:lnTo>
                    <a:pt x="290449" y="441706"/>
                  </a:lnTo>
                  <a:lnTo>
                    <a:pt x="239771" y="434937"/>
                  </a:lnTo>
                  <a:lnTo>
                    <a:pt x="194234" y="415840"/>
                  </a:lnTo>
                  <a:lnTo>
                    <a:pt x="155654" y="386222"/>
                  </a:lnTo>
                  <a:lnTo>
                    <a:pt x="125847" y="347895"/>
                  </a:lnTo>
                  <a:lnTo>
                    <a:pt x="106631" y="302667"/>
                  </a:lnTo>
                  <a:lnTo>
                    <a:pt x="99822" y="252349"/>
                  </a:lnTo>
                  <a:lnTo>
                    <a:pt x="106631" y="202030"/>
                  </a:lnTo>
                  <a:lnTo>
                    <a:pt x="125847" y="156802"/>
                  </a:lnTo>
                  <a:lnTo>
                    <a:pt x="155654" y="118475"/>
                  </a:lnTo>
                  <a:lnTo>
                    <a:pt x="194234" y="88857"/>
                  </a:lnTo>
                  <a:lnTo>
                    <a:pt x="239771" y="69760"/>
                  </a:lnTo>
                  <a:lnTo>
                    <a:pt x="290449" y="62991"/>
                  </a:lnTo>
                  <a:close/>
                </a:path>
              </a:pathLst>
            </a:custGeom>
            <a:ln w="25400">
              <a:solidFill>
                <a:srgbClr val="137DA6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1" name="object 11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88324" y="162306"/>
              <a:ext cx="168401" cy="344805"/>
            </a:xfrm>
            <a:prstGeom prst="rect">
              <a:avLst/>
            </a:prstGeom>
          </p:spPr>
        </p:pic>
        <p:sp>
          <p:nvSpPr>
            <p:cNvPr id="12" name="object 12">
              <a:hlinkClick r:id="rId3"/>
            </p:cNvPr>
            <p:cNvSpPr/>
            <p:nvPr/>
          </p:nvSpPr>
          <p:spPr>
            <a:xfrm>
              <a:off x="8482076" y="100076"/>
              <a:ext cx="581025" cy="504825"/>
            </a:xfrm>
            <a:custGeom>
              <a:avLst/>
              <a:gdLst/>
              <a:ahLst/>
              <a:cxnLst/>
              <a:rect l="l" t="t" r="r" b="b"/>
              <a:pathLst>
                <a:path w="581025" h="504825">
                  <a:moveTo>
                    <a:pt x="290449" y="62991"/>
                  </a:moveTo>
                  <a:lnTo>
                    <a:pt x="341126" y="69760"/>
                  </a:lnTo>
                  <a:lnTo>
                    <a:pt x="386663" y="88857"/>
                  </a:lnTo>
                  <a:lnTo>
                    <a:pt x="425243" y="118475"/>
                  </a:lnTo>
                  <a:lnTo>
                    <a:pt x="455050" y="156802"/>
                  </a:lnTo>
                  <a:lnTo>
                    <a:pt x="474266" y="202030"/>
                  </a:lnTo>
                  <a:lnTo>
                    <a:pt x="481075" y="252349"/>
                  </a:lnTo>
                  <a:lnTo>
                    <a:pt x="474266" y="302667"/>
                  </a:lnTo>
                  <a:lnTo>
                    <a:pt x="455050" y="347895"/>
                  </a:lnTo>
                  <a:lnTo>
                    <a:pt x="425243" y="386222"/>
                  </a:lnTo>
                  <a:lnTo>
                    <a:pt x="386663" y="415840"/>
                  </a:lnTo>
                  <a:lnTo>
                    <a:pt x="341126" y="434937"/>
                  </a:lnTo>
                  <a:lnTo>
                    <a:pt x="290449" y="441706"/>
                  </a:lnTo>
                  <a:lnTo>
                    <a:pt x="239771" y="434937"/>
                  </a:lnTo>
                  <a:lnTo>
                    <a:pt x="194234" y="415840"/>
                  </a:lnTo>
                  <a:lnTo>
                    <a:pt x="155654" y="386222"/>
                  </a:lnTo>
                  <a:lnTo>
                    <a:pt x="125847" y="347895"/>
                  </a:lnTo>
                  <a:lnTo>
                    <a:pt x="106631" y="302667"/>
                  </a:lnTo>
                  <a:lnTo>
                    <a:pt x="99822" y="252349"/>
                  </a:lnTo>
                  <a:lnTo>
                    <a:pt x="106631" y="202030"/>
                  </a:lnTo>
                  <a:lnTo>
                    <a:pt x="125847" y="156802"/>
                  </a:lnTo>
                  <a:lnTo>
                    <a:pt x="155654" y="118475"/>
                  </a:lnTo>
                  <a:lnTo>
                    <a:pt x="194234" y="88857"/>
                  </a:lnTo>
                  <a:lnTo>
                    <a:pt x="239771" y="69760"/>
                  </a:lnTo>
                  <a:lnTo>
                    <a:pt x="290449" y="62991"/>
                  </a:lnTo>
                  <a:close/>
                </a:path>
                <a:path w="581025" h="504825">
                  <a:moveTo>
                    <a:pt x="290449" y="74929"/>
                  </a:moveTo>
                  <a:lnTo>
                    <a:pt x="304329" y="77716"/>
                  </a:lnTo>
                  <a:lnTo>
                    <a:pt x="315674" y="85312"/>
                  </a:lnTo>
                  <a:lnTo>
                    <a:pt x="323328" y="96575"/>
                  </a:lnTo>
                  <a:lnTo>
                    <a:pt x="326135" y="110362"/>
                  </a:lnTo>
                  <a:lnTo>
                    <a:pt x="323328" y="124170"/>
                  </a:lnTo>
                  <a:lnTo>
                    <a:pt x="315674" y="135477"/>
                  </a:lnTo>
                  <a:lnTo>
                    <a:pt x="304329" y="143117"/>
                  </a:lnTo>
                  <a:lnTo>
                    <a:pt x="290449" y="145923"/>
                  </a:lnTo>
                  <a:lnTo>
                    <a:pt x="276568" y="143117"/>
                  </a:lnTo>
                  <a:lnTo>
                    <a:pt x="265223" y="135477"/>
                  </a:lnTo>
                  <a:lnTo>
                    <a:pt x="257569" y="124170"/>
                  </a:lnTo>
                  <a:lnTo>
                    <a:pt x="254762" y="110362"/>
                  </a:lnTo>
                  <a:lnTo>
                    <a:pt x="257569" y="96575"/>
                  </a:lnTo>
                  <a:lnTo>
                    <a:pt x="265223" y="85312"/>
                  </a:lnTo>
                  <a:lnTo>
                    <a:pt x="276568" y="77716"/>
                  </a:lnTo>
                  <a:lnTo>
                    <a:pt x="290449" y="74929"/>
                  </a:lnTo>
                </a:path>
                <a:path w="581025" h="504825">
                  <a:moveTo>
                    <a:pt x="218948" y="181356"/>
                  </a:moveTo>
                  <a:lnTo>
                    <a:pt x="326135" y="181356"/>
                  </a:lnTo>
                  <a:lnTo>
                    <a:pt x="326135" y="370713"/>
                  </a:lnTo>
                  <a:lnTo>
                    <a:pt x="361950" y="370713"/>
                  </a:lnTo>
                  <a:lnTo>
                    <a:pt x="361950" y="394335"/>
                  </a:lnTo>
                  <a:lnTo>
                    <a:pt x="218948" y="394335"/>
                  </a:lnTo>
                  <a:lnTo>
                    <a:pt x="218948" y="370713"/>
                  </a:lnTo>
                  <a:lnTo>
                    <a:pt x="254762" y="370713"/>
                  </a:lnTo>
                  <a:lnTo>
                    <a:pt x="254762" y="204977"/>
                  </a:lnTo>
                  <a:lnTo>
                    <a:pt x="218948" y="204977"/>
                  </a:lnTo>
                  <a:lnTo>
                    <a:pt x="218948" y="181356"/>
                  </a:lnTo>
                  <a:close/>
                </a:path>
                <a:path w="581025" h="504825">
                  <a:moveTo>
                    <a:pt x="0" y="504825"/>
                  </a:moveTo>
                  <a:lnTo>
                    <a:pt x="581025" y="504825"/>
                  </a:lnTo>
                  <a:lnTo>
                    <a:pt x="581025" y="0"/>
                  </a:lnTo>
                  <a:lnTo>
                    <a:pt x="0" y="0"/>
                  </a:lnTo>
                  <a:lnTo>
                    <a:pt x="0" y="504825"/>
                  </a:lnTo>
                  <a:close/>
                </a:path>
              </a:pathLst>
            </a:custGeom>
            <a:ln w="25400">
              <a:solidFill>
                <a:srgbClr val="137DA6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912" y="476955"/>
            <a:ext cx="13238480" cy="925104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dirty="0"/>
              <a:t>autofit,</a:t>
            </a:r>
            <a:r>
              <a:rPr spc="-80" dirty="0"/>
              <a:t> </a:t>
            </a:r>
            <a:r>
              <a:rPr dirty="0"/>
              <a:t>autofill</a:t>
            </a:r>
            <a:r>
              <a:rPr spc="-93" dirty="0"/>
              <a:t> </a:t>
            </a:r>
            <a:r>
              <a:rPr sz="4000" u="sng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hlinkClick r:id="rId2"/>
              </a:rPr>
              <a:t>Vaizdo</a:t>
            </a:r>
            <a:r>
              <a:rPr sz="4000" u="sng" spc="-80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hlinkClick r:id="rId2"/>
              </a:rPr>
              <a:t> </a:t>
            </a:r>
            <a:r>
              <a:rPr sz="4000" u="sng" spc="-13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hlinkClick r:id="rId2"/>
              </a:rPr>
              <a:t>medžiaga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1567668" y="4512649"/>
            <a:ext cx="2370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33" dirty="0">
                <a:solidFill>
                  <a:srgbClr val="878787"/>
                </a:solidFill>
                <a:latin typeface="Times New Roman"/>
                <a:cs typeface="Times New Roman"/>
              </a:rPr>
              <a:t>24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292502" y="116502"/>
            <a:ext cx="808567" cy="706967"/>
            <a:chOff x="8469376" y="87376"/>
            <a:chExt cx="606425" cy="530225"/>
          </a:xfrm>
        </p:grpSpPr>
        <p:sp>
          <p:nvSpPr>
            <p:cNvPr id="5" name="object 5">
              <a:hlinkClick r:id="rId3"/>
            </p:cNvPr>
            <p:cNvSpPr/>
            <p:nvPr/>
          </p:nvSpPr>
          <p:spPr>
            <a:xfrm>
              <a:off x="8482076" y="100076"/>
              <a:ext cx="581025" cy="504825"/>
            </a:xfrm>
            <a:custGeom>
              <a:avLst/>
              <a:gdLst/>
              <a:ahLst/>
              <a:cxnLst/>
              <a:rect l="l" t="t" r="r" b="b"/>
              <a:pathLst>
                <a:path w="581025" h="504825">
                  <a:moveTo>
                    <a:pt x="581025" y="0"/>
                  </a:moveTo>
                  <a:lnTo>
                    <a:pt x="0" y="0"/>
                  </a:lnTo>
                  <a:lnTo>
                    <a:pt x="0" y="504825"/>
                  </a:lnTo>
                  <a:lnTo>
                    <a:pt x="581025" y="504825"/>
                  </a:lnTo>
                  <a:lnTo>
                    <a:pt x="581025" y="441706"/>
                  </a:lnTo>
                  <a:lnTo>
                    <a:pt x="290449" y="441706"/>
                  </a:lnTo>
                  <a:lnTo>
                    <a:pt x="239771" y="434937"/>
                  </a:lnTo>
                  <a:lnTo>
                    <a:pt x="194234" y="415840"/>
                  </a:lnTo>
                  <a:lnTo>
                    <a:pt x="155654" y="386222"/>
                  </a:lnTo>
                  <a:lnTo>
                    <a:pt x="125847" y="347895"/>
                  </a:lnTo>
                  <a:lnTo>
                    <a:pt x="106631" y="302667"/>
                  </a:lnTo>
                  <a:lnTo>
                    <a:pt x="99822" y="252349"/>
                  </a:lnTo>
                  <a:lnTo>
                    <a:pt x="106631" y="202030"/>
                  </a:lnTo>
                  <a:lnTo>
                    <a:pt x="125847" y="156802"/>
                  </a:lnTo>
                  <a:lnTo>
                    <a:pt x="155654" y="118475"/>
                  </a:lnTo>
                  <a:lnTo>
                    <a:pt x="194234" y="88857"/>
                  </a:lnTo>
                  <a:lnTo>
                    <a:pt x="239771" y="69760"/>
                  </a:lnTo>
                  <a:lnTo>
                    <a:pt x="290449" y="62991"/>
                  </a:lnTo>
                  <a:lnTo>
                    <a:pt x="581025" y="62991"/>
                  </a:lnTo>
                  <a:lnTo>
                    <a:pt x="581025" y="0"/>
                  </a:lnTo>
                  <a:close/>
                </a:path>
                <a:path w="581025" h="504825">
                  <a:moveTo>
                    <a:pt x="581025" y="62991"/>
                  </a:moveTo>
                  <a:lnTo>
                    <a:pt x="290449" y="62991"/>
                  </a:lnTo>
                  <a:lnTo>
                    <a:pt x="341126" y="69760"/>
                  </a:lnTo>
                  <a:lnTo>
                    <a:pt x="386663" y="88857"/>
                  </a:lnTo>
                  <a:lnTo>
                    <a:pt x="425243" y="118475"/>
                  </a:lnTo>
                  <a:lnTo>
                    <a:pt x="455050" y="156802"/>
                  </a:lnTo>
                  <a:lnTo>
                    <a:pt x="474266" y="202030"/>
                  </a:lnTo>
                  <a:lnTo>
                    <a:pt x="481075" y="252349"/>
                  </a:lnTo>
                  <a:lnTo>
                    <a:pt x="474266" y="302667"/>
                  </a:lnTo>
                  <a:lnTo>
                    <a:pt x="455050" y="347895"/>
                  </a:lnTo>
                  <a:lnTo>
                    <a:pt x="425243" y="386222"/>
                  </a:lnTo>
                  <a:lnTo>
                    <a:pt x="386663" y="415840"/>
                  </a:lnTo>
                  <a:lnTo>
                    <a:pt x="341126" y="434937"/>
                  </a:lnTo>
                  <a:lnTo>
                    <a:pt x="290449" y="441706"/>
                  </a:lnTo>
                  <a:lnTo>
                    <a:pt x="581025" y="441706"/>
                  </a:lnTo>
                  <a:lnTo>
                    <a:pt x="581025" y="62991"/>
                  </a:lnTo>
                  <a:close/>
                </a:path>
              </a:pathLst>
            </a:custGeom>
            <a:solidFill>
              <a:srgbClr val="1CACE3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>
              <a:hlinkClick r:id="rId3"/>
            </p:cNvPr>
            <p:cNvSpPr/>
            <p:nvPr/>
          </p:nvSpPr>
          <p:spPr>
            <a:xfrm>
              <a:off x="8581898" y="163068"/>
              <a:ext cx="381635" cy="379095"/>
            </a:xfrm>
            <a:custGeom>
              <a:avLst/>
              <a:gdLst/>
              <a:ahLst/>
              <a:cxnLst/>
              <a:rect l="l" t="t" r="r" b="b"/>
              <a:pathLst>
                <a:path w="381634" h="379095">
                  <a:moveTo>
                    <a:pt x="190626" y="0"/>
                  </a:moveTo>
                  <a:lnTo>
                    <a:pt x="139949" y="6768"/>
                  </a:lnTo>
                  <a:lnTo>
                    <a:pt x="94412" y="25865"/>
                  </a:lnTo>
                  <a:lnTo>
                    <a:pt x="55832" y="55483"/>
                  </a:lnTo>
                  <a:lnTo>
                    <a:pt x="26025" y="93810"/>
                  </a:lnTo>
                  <a:lnTo>
                    <a:pt x="6809" y="139038"/>
                  </a:lnTo>
                  <a:lnTo>
                    <a:pt x="0" y="189357"/>
                  </a:lnTo>
                  <a:lnTo>
                    <a:pt x="6809" y="239675"/>
                  </a:lnTo>
                  <a:lnTo>
                    <a:pt x="26025" y="284903"/>
                  </a:lnTo>
                  <a:lnTo>
                    <a:pt x="55832" y="323230"/>
                  </a:lnTo>
                  <a:lnTo>
                    <a:pt x="94412" y="352848"/>
                  </a:lnTo>
                  <a:lnTo>
                    <a:pt x="139949" y="371945"/>
                  </a:lnTo>
                  <a:lnTo>
                    <a:pt x="190626" y="378714"/>
                  </a:lnTo>
                  <a:lnTo>
                    <a:pt x="241304" y="371945"/>
                  </a:lnTo>
                  <a:lnTo>
                    <a:pt x="286841" y="352848"/>
                  </a:lnTo>
                  <a:lnTo>
                    <a:pt x="314854" y="331343"/>
                  </a:lnTo>
                  <a:lnTo>
                    <a:pt x="119125" y="331343"/>
                  </a:lnTo>
                  <a:lnTo>
                    <a:pt x="119125" y="307721"/>
                  </a:lnTo>
                  <a:lnTo>
                    <a:pt x="154940" y="307721"/>
                  </a:lnTo>
                  <a:lnTo>
                    <a:pt x="154940" y="141986"/>
                  </a:lnTo>
                  <a:lnTo>
                    <a:pt x="119125" y="141986"/>
                  </a:lnTo>
                  <a:lnTo>
                    <a:pt x="119125" y="118364"/>
                  </a:lnTo>
                  <a:lnTo>
                    <a:pt x="365660" y="118364"/>
                  </a:lnTo>
                  <a:lnTo>
                    <a:pt x="355228" y="93810"/>
                  </a:lnTo>
                  <a:lnTo>
                    <a:pt x="346767" y="82931"/>
                  </a:lnTo>
                  <a:lnTo>
                    <a:pt x="190626" y="82931"/>
                  </a:lnTo>
                  <a:lnTo>
                    <a:pt x="176746" y="80125"/>
                  </a:lnTo>
                  <a:lnTo>
                    <a:pt x="165401" y="72485"/>
                  </a:lnTo>
                  <a:lnTo>
                    <a:pt x="157747" y="61178"/>
                  </a:lnTo>
                  <a:lnTo>
                    <a:pt x="154940" y="47371"/>
                  </a:lnTo>
                  <a:lnTo>
                    <a:pt x="157747" y="33583"/>
                  </a:lnTo>
                  <a:lnTo>
                    <a:pt x="165401" y="22320"/>
                  </a:lnTo>
                  <a:lnTo>
                    <a:pt x="176746" y="14724"/>
                  </a:lnTo>
                  <a:lnTo>
                    <a:pt x="190626" y="11937"/>
                  </a:lnTo>
                  <a:lnTo>
                    <a:pt x="253631" y="11937"/>
                  </a:lnTo>
                  <a:lnTo>
                    <a:pt x="241304" y="6768"/>
                  </a:lnTo>
                  <a:lnTo>
                    <a:pt x="190626" y="0"/>
                  </a:lnTo>
                  <a:close/>
                </a:path>
                <a:path w="381634" h="379095">
                  <a:moveTo>
                    <a:pt x="365660" y="118364"/>
                  </a:moveTo>
                  <a:lnTo>
                    <a:pt x="226313" y="118364"/>
                  </a:lnTo>
                  <a:lnTo>
                    <a:pt x="226313" y="307721"/>
                  </a:lnTo>
                  <a:lnTo>
                    <a:pt x="262127" y="307721"/>
                  </a:lnTo>
                  <a:lnTo>
                    <a:pt x="262127" y="331343"/>
                  </a:lnTo>
                  <a:lnTo>
                    <a:pt x="314854" y="331343"/>
                  </a:lnTo>
                  <a:lnTo>
                    <a:pt x="325421" y="323230"/>
                  </a:lnTo>
                  <a:lnTo>
                    <a:pt x="355228" y="284903"/>
                  </a:lnTo>
                  <a:lnTo>
                    <a:pt x="374444" y="239675"/>
                  </a:lnTo>
                  <a:lnTo>
                    <a:pt x="381253" y="189357"/>
                  </a:lnTo>
                  <a:lnTo>
                    <a:pt x="374444" y="139038"/>
                  </a:lnTo>
                  <a:lnTo>
                    <a:pt x="365660" y="118364"/>
                  </a:lnTo>
                  <a:close/>
                </a:path>
                <a:path w="381634" h="379095">
                  <a:moveTo>
                    <a:pt x="253631" y="11937"/>
                  </a:moveTo>
                  <a:lnTo>
                    <a:pt x="190626" y="11937"/>
                  </a:lnTo>
                  <a:lnTo>
                    <a:pt x="204507" y="14724"/>
                  </a:lnTo>
                  <a:lnTo>
                    <a:pt x="215852" y="22320"/>
                  </a:lnTo>
                  <a:lnTo>
                    <a:pt x="223506" y="33583"/>
                  </a:lnTo>
                  <a:lnTo>
                    <a:pt x="226313" y="47371"/>
                  </a:lnTo>
                  <a:lnTo>
                    <a:pt x="223506" y="61178"/>
                  </a:lnTo>
                  <a:lnTo>
                    <a:pt x="215852" y="72485"/>
                  </a:lnTo>
                  <a:lnTo>
                    <a:pt x="204507" y="80125"/>
                  </a:lnTo>
                  <a:lnTo>
                    <a:pt x="190626" y="82931"/>
                  </a:lnTo>
                  <a:lnTo>
                    <a:pt x="346767" y="82931"/>
                  </a:lnTo>
                  <a:lnTo>
                    <a:pt x="325421" y="55483"/>
                  </a:lnTo>
                  <a:lnTo>
                    <a:pt x="286841" y="25865"/>
                  </a:lnTo>
                  <a:lnTo>
                    <a:pt x="253631" y="11937"/>
                  </a:lnTo>
                  <a:close/>
                </a:path>
              </a:pathLst>
            </a:custGeom>
            <a:solidFill>
              <a:srgbClr val="11688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>
              <a:hlinkClick r:id="rId3"/>
            </p:cNvPr>
            <p:cNvSpPr/>
            <p:nvPr/>
          </p:nvSpPr>
          <p:spPr>
            <a:xfrm>
              <a:off x="8701024" y="175006"/>
              <a:ext cx="143510" cy="319405"/>
            </a:xfrm>
            <a:custGeom>
              <a:avLst/>
              <a:gdLst/>
              <a:ahLst/>
              <a:cxnLst/>
              <a:rect l="l" t="t" r="r" b="b"/>
              <a:pathLst>
                <a:path w="143509" h="319405">
                  <a:moveTo>
                    <a:pt x="71500" y="0"/>
                  </a:moveTo>
                  <a:lnTo>
                    <a:pt x="57620" y="2786"/>
                  </a:lnTo>
                  <a:lnTo>
                    <a:pt x="46275" y="10382"/>
                  </a:lnTo>
                  <a:lnTo>
                    <a:pt x="38621" y="21645"/>
                  </a:lnTo>
                  <a:lnTo>
                    <a:pt x="35814" y="35433"/>
                  </a:lnTo>
                  <a:lnTo>
                    <a:pt x="38621" y="49240"/>
                  </a:lnTo>
                  <a:lnTo>
                    <a:pt x="46275" y="60547"/>
                  </a:lnTo>
                  <a:lnTo>
                    <a:pt x="57620" y="68187"/>
                  </a:lnTo>
                  <a:lnTo>
                    <a:pt x="71500" y="70993"/>
                  </a:lnTo>
                  <a:lnTo>
                    <a:pt x="85381" y="68187"/>
                  </a:lnTo>
                  <a:lnTo>
                    <a:pt x="96726" y="60547"/>
                  </a:lnTo>
                  <a:lnTo>
                    <a:pt x="104380" y="49240"/>
                  </a:lnTo>
                  <a:lnTo>
                    <a:pt x="107187" y="35433"/>
                  </a:lnTo>
                  <a:lnTo>
                    <a:pt x="104380" y="21645"/>
                  </a:lnTo>
                  <a:lnTo>
                    <a:pt x="96726" y="10382"/>
                  </a:lnTo>
                  <a:lnTo>
                    <a:pt x="85381" y="2786"/>
                  </a:lnTo>
                  <a:lnTo>
                    <a:pt x="71500" y="0"/>
                  </a:lnTo>
                  <a:close/>
                </a:path>
                <a:path w="143509" h="319405">
                  <a:moveTo>
                    <a:pt x="143001" y="295783"/>
                  </a:moveTo>
                  <a:lnTo>
                    <a:pt x="0" y="295783"/>
                  </a:lnTo>
                  <a:lnTo>
                    <a:pt x="0" y="319405"/>
                  </a:lnTo>
                  <a:lnTo>
                    <a:pt x="143001" y="319405"/>
                  </a:lnTo>
                  <a:lnTo>
                    <a:pt x="143001" y="295783"/>
                  </a:lnTo>
                  <a:close/>
                </a:path>
                <a:path w="143509" h="319405">
                  <a:moveTo>
                    <a:pt x="107187" y="106426"/>
                  </a:moveTo>
                  <a:lnTo>
                    <a:pt x="0" y="106426"/>
                  </a:lnTo>
                  <a:lnTo>
                    <a:pt x="0" y="130048"/>
                  </a:lnTo>
                  <a:lnTo>
                    <a:pt x="35814" y="130048"/>
                  </a:lnTo>
                  <a:lnTo>
                    <a:pt x="35814" y="295783"/>
                  </a:lnTo>
                  <a:lnTo>
                    <a:pt x="107187" y="295783"/>
                  </a:lnTo>
                  <a:lnTo>
                    <a:pt x="107187" y="106426"/>
                  </a:lnTo>
                  <a:close/>
                </a:path>
              </a:pathLst>
            </a:custGeom>
            <a:solidFill>
              <a:srgbClr val="77CEEE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object 8">
              <a:hlinkClick r:id="rId3"/>
            </p:cNvPr>
            <p:cNvSpPr/>
            <p:nvPr/>
          </p:nvSpPr>
          <p:spPr>
            <a:xfrm>
              <a:off x="8482076" y="100076"/>
              <a:ext cx="581025" cy="504825"/>
            </a:xfrm>
            <a:custGeom>
              <a:avLst/>
              <a:gdLst/>
              <a:ahLst/>
              <a:cxnLst/>
              <a:rect l="l" t="t" r="r" b="b"/>
              <a:pathLst>
                <a:path w="581025" h="504825">
                  <a:moveTo>
                    <a:pt x="0" y="0"/>
                  </a:moveTo>
                  <a:lnTo>
                    <a:pt x="581025" y="0"/>
                  </a:lnTo>
                  <a:lnTo>
                    <a:pt x="581025" y="504825"/>
                  </a:lnTo>
                  <a:lnTo>
                    <a:pt x="0" y="504825"/>
                  </a:lnTo>
                  <a:lnTo>
                    <a:pt x="0" y="0"/>
                  </a:lnTo>
                  <a:close/>
                </a:path>
                <a:path w="581025" h="504825">
                  <a:moveTo>
                    <a:pt x="290449" y="62991"/>
                  </a:moveTo>
                  <a:lnTo>
                    <a:pt x="341126" y="69760"/>
                  </a:lnTo>
                  <a:lnTo>
                    <a:pt x="386663" y="88857"/>
                  </a:lnTo>
                  <a:lnTo>
                    <a:pt x="425243" y="118475"/>
                  </a:lnTo>
                  <a:lnTo>
                    <a:pt x="455050" y="156802"/>
                  </a:lnTo>
                  <a:lnTo>
                    <a:pt x="474266" y="202030"/>
                  </a:lnTo>
                  <a:lnTo>
                    <a:pt x="481075" y="252349"/>
                  </a:lnTo>
                  <a:lnTo>
                    <a:pt x="474266" y="302667"/>
                  </a:lnTo>
                  <a:lnTo>
                    <a:pt x="455050" y="347895"/>
                  </a:lnTo>
                  <a:lnTo>
                    <a:pt x="425243" y="386222"/>
                  </a:lnTo>
                  <a:lnTo>
                    <a:pt x="386663" y="415840"/>
                  </a:lnTo>
                  <a:lnTo>
                    <a:pt x="341126" y="434937"/>
                  </a:lnTo>
                  <a:lnTo>
                    <a:pt x="290449" y="441706"/>
                  </a:lnTo>
                  <a:lnTo>
                    <a:pt x="239771" y="434937"/>
                  </a:lnTo>
                  <a:lnTo>
                    <a:pt x="194234" y="415840"/>
                  </a:lnTo>
                  <a:lnTo>
                    <a:pt x="155654" y="386222"/>
                  </a:lnTo>
                  <a:lnTo>
                    <a:pt x="125847" y="347895"/>
                  </a:lnTo>
                  <a:lnTo>
                    <a:pt x="106631" y="302667"/>
                  </a:lnTo>
                  <a:lnTo>
                    <a:pt x="99822" y="252349"/>
                  </a:lnTo>
                  <a:lnTo>
                    <a:pt x="106631" y="202030"/>
                  </a:lnTo>
                  <a:lnTo>
                    <a:pt x="125847" y="156802"/>
                  </a:lnTo>
                  <a:lnTo>
                    <a:pt x="155654" y="118475"/>
                  </a:lnTo>
                  <a:lnTo>
                    <a:pt x="194234" y="88857"/>
                  </a:lnTo>
                  <a:lnTo>
                    <a:pt x="239771" y="69760"/>
                  </a:lnTo>
                  <a:lnTo>
                    <a:pt x="290449" y="62991"/>
                  </a:lnTo>
                  <a:close/>
                </a:path>
                <a:path w="581025" h="504825">
                  <a:moveTo>
                    <a:pt x="290449" y="62991"/>
                  </a:moveTo>
                  <a:lnTo>
                    <a:pt x="341126" y="69760"/>
                  </a:lnTo>
                  <a:lnTo>
                    <a:pt x="386663" y="88857"/>
                  </a:lnTo>
                  <a:lnTo>
                    <a:pt x="425243" y="118475"/>
                  </a:lnTo>
                  <a:lnTo>
                    <a:pt x="455050" y="156802"/>
                  </a:lnTo>
                  <a:lnTo>
                    <a:pt x="474266" y="202030"/>
                  </a:lnTo>
                  <a:lnTo>
                    <a:pt x="481075" y="252349"/>
                  </a:lnTo>
                  <a:lnTo>
                    <a:pt x="474266" y="302667"/>
                  </a:lnTo>
                  <a:lnTo>
                    <a:pt x="455050" y="347895"/>
                  </a:lnTo>
                  <a:lnTo>
                    <a:pt x="425243" y="386222"/>
                  </a:lnTo>
                  <a:lnTo>
                    <a:pt x="386663" y="415840"/>
                  </a:lnTo>
                  <a:lnTo>
                    <a:pt x="341126" y="434937"/>
                  </a:lnTo>
                  <a:lnTo>
                    <a:pt x="290449" y="441706"/>
                  </a:lnTo>
                  <a:lnTo>
                    <a:pt x="239771" y="434937"/>
                  </a:lnTo>
                  <a:lnTo>
                    <a:pt x="194234" y="415840"/>
                  </a:lnTo>
                  <a:lnTo>
                    <a:pt x="155654" y="386222"/>
                  </a:lnTo>
                  <a:lnTo>
                    <a:pt x="125847" y="347895"/>
                  </a:lnTo>
                  <a:lnTo>
                    <a:pt x="106631" y="302667"/>
                  </a:lnTo>
                  <a:lnTo>
                    <a:pt x="99822" y="252349"/>
                  </a:lnTo>
                  <a:lnTo>
                    <a:pt x="106631" y="202030"/>
                  </a:lnTo>
                  <a:lnTo>
                    <a:pt x="125847" y="156802"/>
                  </a:lnTo>
                  <a:lnTo>
                    <a:pt x="155654" y="118475"/>
                  </a:lnTo>
                  <a:lnTo>
                    <a:pt x="194234" y="88857"/>
                  </a:lnTo>
                  <a:lnTo>
                    <a:pt x="239771" y="69760"/>
                  </a:lnTo>
                  <a:lnTo>
                    <a:pt x="290449" y="62991"/>
                  </a:lnTo>
                  <a:close/>
                </a:path>
              </a:pathLst>
            </a:custGeom>
            <a:ln w="25400">
              <a:solidFill>
                <a:srgbClr val="137DA6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9" name="object 9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88324" y="162306"/>
              <a:ext cx="168401" cy="344805"/>
            </a:xfrm>
            <a:prstGeom prst="rect">
              <a:avLst/>
            </a:prstGeom>
          </p:spPr>
        </p:pic>
        <p:sp>
          <p:nvSpPr>
            <p:cNvPr id="10" name="object 10">
              <a:hlinkClick r:id="rId3"/>
            </p:cNvPr>
            <p:cNvSpPr/>
            <p:nvPr/>
          </p:nvSpPr>
          <p:spPr>
            <a:xfrm>
              <a:off x="8482076" y="100076"/>
              <a:ext cx="581025" cy="504825"/>
            </a:xfrm>
            <a:custGeom>
              <a:avLst/>
              <a:gdLst/>
              <a:ahLst/>
              <a:cxnLst/>
              <a:rect l="l" t="t" r="r" b="b"/>
              <a:pathLst>
                <a:path w="581025" h="504825">
                  <a:moveTo>
                    <a:pt x="290449" y="62991"/>
                  </a:moveTo>
                  <a:lnTo>
                    <a:pt x="341126" y="69760"/>
                  </a:lnTo>
                  <a:lnTo>
                    <a:pt x="386663" y="88857"/>
                  </a:lnTo>
                  <a:lnTo>
                    <a:pt x="425243" y="118475"/>
                  </a:lnTo>
                  <a:lnTo>
                    <a:pt x="455050" y="156802"/>
                  </a:lnTo>
                  <a:lnTo>
                    <a:pt x="474266" y="202030"/>
                  </a:lnTo>
                  <a:lnTo>
                    <a:pt x="481075" y="252349"/>
                  </a:lnTo>
                  <a:lnTo>
                    <a:pt x="474266" y="302667"/>
                  </a:lnTo>
                  <a:lnTo>
                    <a:pt x="455050" y="347895"/>
                  </a:lnTo>
                  <a:lnTo>
                    <a:pt x="425243" y="386222"/>
                  </a:lnTo>
                  <a:lnTo>
                    <a:pt x="386663" y="415840"/>
                  </a:lnTo>
                  <a:lnTo>
                    <a:pt x="341126" y="434937"/>
                  </a:lnTo>
                  <a:lnTo>
                    <a:pt x="290449" y="441706"/>
                  </a:lnTo>
                  <a:lnTo>
                    <a:pt x="239771" y="434937"/>
                  </a:lnTo>
                  <a:lnTo>
                    <a:pt x="194234" y="415840"/>
                  </a:lnTo>
                  <a:lnTo>
                    <a:pt x="155654" y="386222"/>
                  </a:lnTo>
                  <a:lnTo>
                    <a:pt x="125847" y="347895"/>
                  </a:lnTo>
                  <a:lnTo>
                    <a:pt x="106631" y="302667"/>
                  </a:lnTo>
                  <a:lnTo>
                    <a:pt x="99822" y="252349"/>
                  </a:lnTo>
                  <a:lnTo>
                    <a:pt x="106631" y="202030"/>
                  </a:lnTo>
                  <a:lnTo>
                    <a:pt x="125847" y="156802"/>
                  </a:lnTo>
                  <a:lnTo>
                    <a:pt x="155654" y="118475"/>
                  </a:lnTo>
                  <a:lnTo>
                    <a:pt x="194234" y="88857"/>
                  </a:lnTo>
                  <a:lnTo>
                    <a:pt x="239771" y="69760"/>
                  </a:lnTo>
                  <a:lnTo>
                    <a:pt x="290449" y="62991"/>
                  </a:lnTo>
                  <a:close/>
                </a:path>
                <a:path w="581025" h="504825">
                  <a:moveTo>
                    <a:pt x="290449" y="74929"/>
                  </a:moveTo>
                  <a:lnTo>
                    <a:pt x="304329" y="77716"/>
                  </a:lnTo>
                  <a:lnTo>
                    <a:pt x="315674" y="85312"/>
                  </a:lnTo>
                  <a:lnTo>
                    <a:pt x="323328" y="96575"/>
                  </a:lnTo>
                  <a:lnTo>
                    <a:pt x="326135" y="110362"/>
                  </a:lnTo>
                  <a:lnTo>
                    <a:pt x="323328" y="124170"/>
                  </a:lnTo>
                  <a:lnTo>
                    <a:pt x="315674" y="135477"/>
                  </a:lnTo>
                  <a:lnTo>
                    <a:pt x="304329" y="143117"/>
                  </a:lnTo>
                  <a:lnTo>
                    <a:pt x="290449" y="145923"/>
                  </a:lnTo>
                  <a:lnTo>
                    <a:pt x="276568" y="143117"/>
                  </a:lnTo>
                  <a:lnTo>
                    <a:pt x="265223" y="135477"/>
                  </a:lnTo>
                  <a:lnTo>
                    <a:pt x="257569" y="124170"/>
                  </a:lnTo>
                  <a:lnTo>
                    <a:pt x="254762" y="110362"/>
                  </a:lnTo>
                  <a:lnTo>
                    <a:pt x="257569" y="96575"/>
                  </a:lnTo>
                  <a:lnTo>
                    <a:pt x="265223" y="85312"/>
                  </a:lnTo>
                  <a:lnTo>
                    <a:pt x="276568" y="77716"/>
                  </a:lnTo>
                  <a:lnTo>
                    <a:pt x="290449" y="74929"/>
                  </a:lnTo>
                </a:path>
                <a:path w="581025" h="504825">
                  <a:moveTo>
                    <a:pt x="218948" y="181356"/>
                  </a:moveTo>
                  <a:lnTo>
                    <a:pt x="326135" y="181356"/>
                  </a:lnTo>
                  <a:lnTo>
                    <a:pt x="326135" y="370713"/>
                  </a:lnTo>
                  <a:lnTo>
                    <a:pt x="361950" y="370713"/>
                  </a:lnTo>
                  <a:lnTo>
                    <a:pt x="361950" y="394335"/>
                  </a:lnTo>
                  <a:lnTo>
                    <a:pt x="218948" y="394335"/>
                  </a:lnTo>
                  <a:lnTo>
                    <a:pt x="218948" y="370713"/>
                  </a:lnTo>
                  <a:lnTo>
                    <a:pt x="254762" y="370713"/>
                  </a:lnTo>
                  <a:lnTo>
                    <a:pt x="254762" y="204977"/>
                  </a:lnTo>
                  <a:lnTo>
                    <a:pt x="218948" y="204977"/>
                  </a:lnTo>
                  <a:lnTo>
                    <a:pt x="218948" y="181356"/>
                  </a:lnTo>
                  <a:close/>
                </a:path>
                <a:path w="581025" h="504825">
                  <a:moveTo>
                    <a:pt x="0" y="504825"/>
                  </a:moveTo>
                  <a:lnTo>
                    <a:pt x="581025" y="504825"/>
                  </a:lnTo>
                  <a:lnTo>
                    <a:pt x="581025" y="0"/>
                  </a:lnTo>
                  <a:lnTo>
                    <a:pt x="0" y="0"/>
                  </a:lnTo>
                  <a:lnTo>
                    <a:pt x="0" y="504825"/>
                  </a:lnTo>
                  <a:close/>
                </a:path>
              </a:pathLst>
            </a:custGeom>
            <a:ln w="25400">
              <a:solidFill>
                <a:srgbClr val="137DA6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81101" y="1422400"/>
            <a:ext cx="86487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912" y="476955"/>
            <a:ext cx="13238480" cy="925104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pc="-13" dirty="0"/>
              <a:t>Pavyzdžiai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5434" y="1551092"/>
            <a:ext cx="10485967" cy="2340811"/>
          </a:xfrm>
          <a:prstGeom prst="rect">
            <a:avLst/>
          </a:prstGeom>
        </p:spPr>
        <p:txBody>
          <a:bodyPr vert="horz" wrap="square" lIns="0" tIns="100753" rIns="0" bIns="0" rtlCol="0">
            <a:spAutoFit/>
          </a:bodyPr>
          <a:lstStyle/>
          <a:p>
            <a:pPr marL="474121" indent="-457189" defTabSz="1219170">
              <a:spcBef>
                <a:spcPts val="793"/>
              </a:spcBef>
              <a:buClr>
                <a:srgbClr val="000000"/>
              </a:buClr>
              <a:buFont typeface="Arial"/>
              <a:buChar char="•"/>
              <a:tabLst>
                <a:tab pos="474121" algn="l"/>
              </a:tabLst>
            </a:pPr>
            <a:r>
              <a:rPr sz="3200" u="heavy" kern="0" spc="-13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2"/>
              </a:rPr>
              <a:t>grid-template-</a:t>
            </a:r>
            <a:r>
              <a:rPr sz="3200" u="heavy" kern="0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2"/>
              </a:rPr>
              <a:t>columns:</a:t>
            </a:r>
            <a:r>
              <a:rPr sz="3200" u="heavy" kern="0" spc="-20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3200" u="heavy" kern="0" spc="-13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2"/>
              </a:rPr>
              <a:t>repeat(3,1fr);</a:t>
            </a:r>
            <a:endParaRPr sz="32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474121" indent="-457189" defTabSz="1219170">
              <a:spcBef>
                <a:spcPts val="667"/>
              </a:spcBef>
              <a:buClr>
                <a:srgbClr val="000000"/>
              </a:buClr>
              <a:buFont typeface="Arial"/>
              <a:buChar char="•"/>
              <a:tabLst>
                <a:tab pos="474121" algn="l"/>
              </a:tabLst>
            </a:pPr>
            <a:r>
              <a:rPr sz="3200" u="heavy" kern="0" spc="-13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3"/>
              </a:rPr>
              <a:t>grid-template-</a:t>
            </a:r>
            <a:r>
              <a:rPr sz="3200" u="heavy" kern="0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3"/>
              </a:rPr>
              <a:t>columns:</a:t>
            </a:r>
            <a:r>
              <a:rPr sz="3200" u="heavy" kern="0" spc="107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sz="3200" u="heavy" kern="0" spc="-13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3"/>
              </a:rPr>
              <a:t>repeat(auto-fill,200px);</a:t>
            </a:r>
            <a:endParaRPr sz="32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474121" indent="-457189" defTabSz="1219170">
              <a:spcBef>
                <a:spcPts val="673"/>
              </a:spcBef>
              <a:buClr>
                <a:srgbClr val="000000"/>
              </a:buClr>
              <a:buFont typeface="Arial"/>
              <a:buChar char="•"/>
              <a:tabLst>
                <a:tab pos="474121" algn="l"/>
              </a:tabLst>
            </a:pPr>
            <a:r>
              <a:rPr sz="3200" u="heavy" kern="0" spc="-13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4"/>
              </a:rPr>
              <a:t>grid-template-</a:t>
            </a:r>
            <a:r>
              <a:rPr sz="3200" u="heavy" kern="0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4"/>
              </a:rPr>
              <a:t>columns:</a:t>
            </a:r>
            <a:r>
              <a:rPr sz="3200" u="heavy" kern="0" spc="47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sz="3200" u="heavy" kern="0" spc="-13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4"/>
              </a:rPr>
              <a:t>repeat(auto-</a:t>
            </a:r>
            <a:r>
              <a:rPr sz="3200" u="heavy" kern="0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4"/>
              </a:rPr>
              <a:t>fill,minmax(200px,</a:t>
            </a:r>
            <a:r>
              <a:rPr sz="3200" u="heavy" kern="0" spc="47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sz="3200" u="heavy" kern="0" spc="-13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4"/>
              </a:rPr>
              <a:t>1fr));</a:t>
            </a:r>
            <a:endParaRPr sz="32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474121" indent="-457189" defTabSz="1219170">
              <a:spcBef>
                <a:spcPts val="667"/>
              </a:spcBef>
              <a:buClr>
                <a:srgbClr val="000000"/>
              </a:buClr>
              <a:buFont typeface="Arial"/>
              <a:buChar char="•"/>
              <a:tabLst>
                <a:tab pos="474121" algn="l"/>
              </a:tabLst>
            </a:pPr>
            <a:r>
              <a:rPr sz="3200" u="heavy" kern="0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5"/>
              </a:rPr>
              <a:t>Nuotraukų</a:t>
            </a:r>
            <a:r>
              <a:rPr sz="3200" u="heavy" kern="0" spc="-53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sz="3200" u="heavy" kern="0" spc="-13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5"/>
              </a:rPr>
              <a:t>galerija</a:t>
            </a:r>
            <a:endParaRPr sz="32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39727" y="4420024"/>
            <a:ext cx="2370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33" dirty="0">
                <a:solidFill>
                  <a:srgbClr val="878787"/>
                </a:solidFill>
                <a:latin typeface="Times New Roman"/>
                <a:cs typeface="Times New Roman"/>
              </a:rPr>
              <a:t>25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912" y="476955"/>
            <a:ext cx="13238480" cy="925104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dirty="0"/>
              <a:t>Pavyzdžiai</a:t>
            </a:r>
            <a:r>
              <a:rPr spc="-107" dirty="0"/>
              <a:t> </a:t>
            </a:r>
            <a:r>
              <a:rPr dirty="0"/>
              <a:t>|</a:t>
            </a:r>
            <a:r>
              <a:rPr spc="-152" dirty="0"/>
              <a:t> </a:t>
            </a:r>
            <a:r>
              <a:rPr spc="-67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5434" y="1528064"/>
            <a:ext cx="8002693" cy="2987399"/>
          </a:xfrm>
          <a:prstGeom prst="rect">
            <a:avLst/>
          </a:prstGeom>
        </p:spPr>
        <p:txBody>
          <a:bodyPr vert="horz" wrap="square" lIns="0" tIns="115993" rIns="0" bIns="0" rtlCol="0">
            <a:spAutoFit/>
          </a:bodyPr>
          <a:lstStyle/>
          <a:p>
            <a:pPr marL="474121" indent="-457189" defTabSz="1219170">
              <a:spcBef>
                <a:spcPts val="913"/>
              </a:spcBef>
              <a:buClr>
                <a:srgbClr val="000000"/>
              </a:buClr>
              <a:buFont typeface="Arial"/>
              <a:buChar char="•"/>
              <a:tabLst>
                <a:tab pos="474121" algn="l"/>
              </a:tabLst>
            </a:pPr>
            <a:r>
              <a:rPr sz="4267" u="sng" kern="0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2"/>
              </a:rPr>
              <a:t>Grid</a:t>
            </a:r>
            <a:r>
              <a:rPr sz="4267" u="sng" kern="0" spc="-60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4267" u="sng" kern="0" spc="-13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2"/>
              </a:rPr>
              <a:t>alignment</a:t>
            </a:r>
            <a:endParaRPr sz="4267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474121" indent="-457189" defTabSz="1219170">
              <a:spcBef>
                <a:spcPts val="787"/>
              </a:spcBef>
              <a:buClr>
                <a:srgbClr val="000000"/>
              </a:buClr>
              <a:buFont typeface="Arial"/>
              <a:buChar char="•"/>
              <a:tabLst>
                <a:tab pos="474121" algn="l"/>
              </a:tabLst>
            </a:pPr>
            <a:r>
              <a:rPr sz="4267" u="sng" kern="0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3"/>
              </a:rPr>
              <a:t>Flexbox</a:t>
            </a:r>
            <a:r>
              <a:rPr sz="4267" u="sng" kern="0" spc="-80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sz="4267" u="sng" kern="0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3"/>
              </a:rPr>
              <a:t>vs.</a:t>
            </a:r>
            <a:r>
              <a:rPr sz="4267" u="sng" kern="0" spc="-93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sz="4267" u="sng" kern="0" spc="-27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3"/>
              </a:rPr>
              <a:t>GRID</a:t>
            </a:r>
            <a:endParaRPr sz="4267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defTabSz="1219170">
              <a:spcBef>
                <a:spcPts val="1092"/>
              </a:spcBef>
              <a:buFont typeface="Arial"/>
              <a:buChar char="•"/>
            </a:pPr>
            <a:endParaRPr sz="4267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474121" indent="-457189" defTabSz="1219170">
              <a:spcBef>
                <a:spcPts val="7"/>
              </a:spcBef>
              <a:buClr>
                <a:srgbClr val="000000"/>
              </a:buClr>
              <a:buFont typeface="Arial"/>
              <a:buChar char="•"/>
              <a:tabLst>
                <a:tab pos="474121" algn="l"/>
              </a:tabLst>
            </a:pPr>
            <a:r>
              <a:rPr sz="4267" kern="0" dirty="0">
                <a:solidFill>
                  <a:srgbClr val="3D8752"/>
                </a:solidFill>
                <a:latin typeface="Times New Roman"/>
                <a:cs typeface="Times New Roman"/>
              </a:rPr>
              <a:t>***</a:t>
            </a:r>
            <a:r>
              <a:rPr sz="4267" u="sng" kern="0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4"/>
              </a:rPr>
              <a:t>Žaidimas</a:t>
            </a:r>
            <a:r>
              <a:rPr sz="4267" u="sng" kern="0" spc="-100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sz="4267" u="sng" kern="0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4"/>
              </a:rPr>
              <a:t>GIRD</a:t>
            </a:r>
            <a:r>
              <a:rPr sz="4267" u="sng" kern="0" spc="-107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sz="4267" u="sng" kern="0" spc="-13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4"/>
              </a:rPr>
              <a:t>GARDEN</a:t>
            </a:r>
            <a:r>
              <a:rPr sz="4267" kern="0" spc="-13" dirty="0">
                <a:solidFill>
                  <a:srgbClr val="3D8752"/>
                </a:solidFill>
                <a:latin typeface="Times New Roman"/>
                <a:cs typeface="Times New Roman"/>
              </a:rPr>
              <a:t>***</a:t>
            </a:r>
            <a:endParaRPr sz="4267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39727" y="4420024"/>
            <a:ext cx="2370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33" dirty="0">
                <a:solidFill>
                  <a:srgbClr val="878787"/>
                </a:solidFill>
                <a:latin typeface="Times New Roman"/>
                <a:cs typeface="Times New Roman"/>
              </a:rPr>
              <a:t>26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912" y="476955"/>
            <a:ext cx="13238480" cy="925104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dirty="0"/>
              <a:t>Praktika</a:t>
            </a:r>
            <a:r>
              <a:rPr spc="-187" dirty="0"/>
              <a:t> </a:t>
            </a:r>
            <a:r>
              <a:rPr spc="-33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39727" y="4420024"/>
            <a:ext cx="2370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33" dirty="0">
                <a:solidFill>
                  <a:srgbClr val="878787"/>
                </a:solidFill>
                <a:latin typeface="Times New Roman"/>
                <a:cs typeface="Times New Roman"/>
              </a:rPr>
              <a:t>27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5433" y="1622214"/>
            <a:ext cx="8899312" cy="678883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474121" indent="-457189" defTabSz="1219170">
              <a:spcBef>
                <a:spcPts val="173"/>
              </a:spcBef>
              <a:buFont typeface="Arial"/>
              <a:buChar char="•"/>
              <a:tabLst>
                <a:tab pos="474121" algn="l"/>
              </a:tabLst>
            </a:pPr>
            <a:r>
              <a:rPr sz="42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Sukurti</a:t>
            </a:r>
            <a:r>
              <a:rPr sz="4267" kern="0" spc="-12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42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maketą,</a:t>
            </a:r>
            <a:r>
              <a:rPr sz="4267" kern="0" spc="-10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42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naudojant</a:t>
            </a:r>
            <a:r>
              <a:rPr sz="4267" kern="0" spc="-4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42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CSS</a:t>
            </a:r>
            <a:r>
              <a:rPr sz="4267" kern="0" spc="-1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4267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GRID.</a:t>
            </a:r>
            <a:endParaRPr sz="4267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pic>
        <p:nvPicPr>
          <p:cNvPr id="5" name="object 5" descr="Screen Clippi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0500" y="2463800"/>
            <a:ext cx="8102600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912" y="476955"/>
            <a:ext cx="13238480" cy="925104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  <a:tabLst>
                <a:tab pos="3925049" algn="l"/>
              </a:tabLst>
            </a:pPr>
            <a:r>
              <a:rPr dirty="0"/>
              <a:t>Praktika</a:t>
            </a:r>
            <a:r>
              <a:rPr spc="-187" dirty="0"/>
              <a:t> </a:t>
            </a:r>
            <a:r>
              <a:rPr spc="-33" dirty="0"/>
              <a:t>(2)</a:t>
            </a:r>
            <a:r>
              <a:rPr dirty="0"/>
              <a:t>	HTML</a:t>
            </a:r>
            <a:r>
              <a:rPr spc="-140" dirty="0"/>
              <a:t> </a:t>
            </a:r>
            <a:r>
              <a:rPr spc="-13" dirty="0"/>
              <a:t>nekeičiamas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5433" y="1551093"/>
            <a:ext cx="10143067" cy="1658573"/>
          </a:xfrm>
          <a:prstGeom prst="rect">
            <a:avLst/>
          </a:prstGeom>
        </p:spPr>
        <p:txBody>
          <a:bodyPr vert="horz" wrap="square" lIns="0" tIns="100753" rIns="0" bIns="0" rtlCol="0">
            <a:spAutoFit/>
          </a:bodyPr>
          <a:lstStyle/>
          <a:p>
            <a:pPr marL="474121" indent="-457189" defTabSz="1219170">
              <a:spcBef>
                <a:spcPts val="793"/>
              </a:spcBef>
              <a:buFont typeface="Arial"/>
              <a:buChar char="•"/>
              <a:tabLst>
                <a:tab pos="474121" algn="l"/>
              </a:tabLst>
            </a:pP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Naudoti</a:t>
            </a:r>
            <a:r>
              <a:rPr sz="3200" kern="0" spc="-4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1-os</a:t>
            </a:r>
            <a:r>
              <a:rPr sz="3200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praktinės</a:t>
            </a:r>
            <a:r>
              <a:rPr sz="3200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užduoties</a:t>
            </a:r>
            <a:r>
              <a:rPr sz="3200" kern="0" spc="-10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HTML</a:t>
            </a:r>
            <a:r>
              <a:rPr sz="3200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dokumentą.</a:t>
            </a:r>
            <a:endParaRPr sz="32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474121" indent="-457189" defTabSz="1219170">
              <a:lnSpc>
                <a:spcPts val="3827"/>
              </a:lnSpc>
              <a:spcBef>
                <a:spcPts val="667"/>
              </a:spcBef>
              <a:buFont typeface="Arial"/>
              <a:buChar char="•"/>
              <a:tabLst>
                <a:tab pos="474121" algn="l"/>
              </a:tabLst>
            </a:pP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Sukurti</a:t>
            </a:r>
            <a:r>
              <a:rPr sz="3200" kern="0" spc="-2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maketą,</a:t>
            </a:r>
            <a:r>
              <a:rPr sz="3200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naudojant</a:t>
            </a:r>
            <a:r>
              <a:rPr sz="3200" kern="0" spc="-1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CSS</a:t>
            </a:r>
            <a:r>
              <a:rPr sz="3200" kern="0" spc="-10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GRID,</a:t>
            </a:r>
            <a:r>
              <a:rPr sz="3200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nekeičiant</a:t>
            </a:r>
            <a:r>
              <a:rPr sz="3200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elementų</a:t>
            </a:r>
            <a:endParaRPr sz="32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474121" defTabSz="1219170">
              <a:lnSpc>
                <a:spcPts val="3827"/>
              </a:lnSpc>
            </a:pP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išdėstymo</a:t>
            </a:r>
            <a:r>
              <a:rPr sz="3200" kern="0" spc="-5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HTML</a:t>
            </a:r>
            <a:r>
              <a:rPr sz="3200" kern="0" spc="-10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200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dokumente.</a:t>
            </a:r>
            <a:endParaRPr sz="32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39727" y="4420024"/>
            <a:ext cx="2370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33" dirty="0">
                <a:solidFill>
                  <a:srgbClr val="878787"/>
                </a:solidFill>
                <a:latin typeface="Times New Roman"/>
                <a:cs typeface="Times New Roman"/>
              </a:rPr>
              <a:t>28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pic>
        <p:nvPicPr>
          <p:cNvPr id="5" name="object 5" descr="Screen Clippi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3000" y="3416301"/>
            <a:ext cx="7366000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912" y="476955"/>
            <a:ext cx="13238480" cy="925104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dirty="0"/>
              <a:t>Praktika</a:t>
            </a:r>
            <a:r>
              <a:rPr spc="-187" dirty="0"/>
              <a:t> </a:t>
            </a:r>
            <a:r>
              <a:rPr spc="-33" dirty="0"/>
              <a:t>(3)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5433" y="1622214"/>
            <a:ext cx="9357360" cy="1330278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474121" indent="-457189" defTabSz="1219170">
              <a:lnSpc>
                <a:spcPts val="5113"/>
              </a:lnSpc>
              <a:spcBef>
                <a:spcPts val="173"/>
              </a:spcBef>
              <a:buFont typeface="Arial"/>
              <a:buChar char="•"/>
              <a:tabLst>
                <a:tab pos="474121" algn="l"/>
              </a:tabLst>
            </a:pPr>
            <a:r>
              <a:rPr sz="42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Sukurti</a:t>
            </a:r>
            <a:r>
              <a:rPr sz="4267" kern="0" spc="-1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42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tinklapio</a:t>
            </a:r>
            <a:r>
              <a:rPr sz="4267" kern="0" spc="-6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42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maketą,</a:t>
            </a:r>
            <a:r>
              <a:rPr sz="4267" kern="0" spc="-9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42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naudojant</a:t>
            </a:r>
            <a:r>
              <a:rPr sz="4267" kern="0" spc="-10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4267" kern="0" spc="-3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CSS</a:t>
            </a:r>
            <a:endParaRPr sz="4267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474121" defTabSz="1219170">
              <a:lnSpc>
                <a:spcPts val="5113"/>
              </a:lnSpc>
            </a:pPr>
            <a:r>
              <a:rPr sz="4267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GRID.</a:t>
            </a:r>
            <a:endParaRPr sz="4267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39727" y="4420024"/>
            <a:ext cx="2370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33" dirty="0">
                <a:solidFill>
                  <a:srgbClr val="878787"/>
                </a:solidFill>
                <a:latin typeface="Times New Roman"/>
                <a:cs typeface="Times New Roman"/>
              </a:rPr>
              <a:t>29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pic>
        <p:nvPicPr>
          <p:cNvPr id="5" name="object 5" descr="E:\4M - HTML, CSS, JS\2 - CSS\CSS praktiniai\09 CSS Grid\Task01\Task0xRezultatas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4200" y="2324100"/>
            <a:ext cx="5765800" cy="3911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912" y="476955"/>
            <a:ext cx="13238480" cy="925104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dirty="0"/>
              <a:t>Praktika</a:t>
            </a:r>
            <a:r>
              <a:rPr spc="-187" dirty="0"/>
              <a:t> </a:t>
            </a:r>
            <a:r>
              <a:rPr spc="-33" dirty="0"/>
              <a:t>(4)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5433" y="1622214"/>
            <a:ext cx="9357360" cy="1330278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474121" indent="-457189" defTabSz="1219170">
              <a:lnSpc>
                <a:spcPts val="5113"/>
              </a:lnSpc>
              <a:spcBef>
                <a:spcPts val="173"/>
              </a:spcBef>
              <a:buFont typeface="Arial"/>
              <a:buChar char="•"/>
              <a:tabLst>
                <a:tab pos="474121" algn="l"/>
              </a:tabLst>
            </a:pPr>
            <a:r>
              <a:rPr sz="42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Sukurti</a:t>
            </a:r>
            <a:r>
              <a:rPr sz="4267" kern="0" spc="-1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42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tinklapio</a:t>
            </a:r>
            <a:r>
              <a:rPr sz="4267" kern="0" spc="-6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42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maketą,</a:t>
            </a:r>
            <a:r>
              <a:rPr sz="4267" kern="0" spc="-9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42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naudojant</a:t>
            </a:r>
            <a:r>
              <a:rPr sz="4267" kern="0" spc="-10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4267" kern="0" spc="-3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CSS</a:t>
            </a:r>
            <a:endParaRPr sz="4267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474121" defTabSz="1219170">
              <a:lnSpc>
                <a:spcPts val="5113"/>
              </a:lnSpc>
            </a:pPr>
            <a:r>
              <a:rPr sz="4267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GRID.</a:t>
            </a:r>
            <a:endParaRPr sz="4267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39727" y="4420024"/>
            <a:ext cx="2370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33" dirty="0">
                <a:solidFill>
                  <a:srgbClr val="878787"/>
                </a:solidFill>
                <a:latin typeface="Times New Roman"/>
                <a:cs typeface="Times New Roman"/>
              </a:rPr>
              <a:t>30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grpSp>
        <p:nvGrpSpPr>
          <p:cNvPr id="5" name="object 5" descr="E:\4M - HTML, CSS, JS\2 - CSS\CSS praktiniai\09 CSS Grid\Task02\Task02Rezultatas1 (1).png"/>
          <p:cNvGrpSpPr/>
          <p:nvPr/>
        </p:nvGrpSpPr>
        <p:grpSpPr>
          <a:xfrm>
            <a:off x="1206500" y="3009900"/>
            <a:ext cx="3937000" cy="3276600"/>
            <a:chOff x="904875" y="2257425"/>
            <a:chExt cx="2952750" cy="2457450"/>
          </a:xfrm>
        </p:grpSpPr>
        <p:pic>
          <p:nvPicPr>
            <p:cNvPr id="6" name="object 6" descr="E:\4M - HTML, CSS, JS\2 - CSS\CSS praktiniai\09 CSS Grid\Task02\Task02Rezultatas1 (1)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" y="2266950"/>
              <a:ext cx="2933700" cy="24384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09637" y="2262187"/>
              <a:ext cx="2943225" cy="2447925"/>
            </a:xfrm>
            <a:custGeom>
              <a:avLst/>
              <a:gdLst/>
              <a:ahLst/>
              <a:cxnLst/>
              <a:rect l="l" t="t" r="r" b="b"/>
              <a:pathLst>
                <a:path w="2943225" h="2447925">
                  <a:moveTo>
                    <a:pt x="0" y="2447925"/>
                  </a:moveTo>
                  <a:lnTo>
                    <a:pt x="2943225" y="2447925"/>
                  </a:lnTo>
                  <a:lnTo>
                    <a:pt x="2943225" y="0"/>
                  </a:lnTo>
                  <a:lnTo>
                    <a:pt x="0" y="0"/>
                  </a:lnTo>
                  <a:lnTo>
                    <a:pt x="0" y="2447925"/>
                  </a:lnTo>
                  <a:close/>
                </a:path>
              </a:pathLst>
            </a:custGeom>
            <a:ln w="9525">
              <a:solidFill>
                <a:srgbClr val="1CACE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8" name="object 8" descr="E:\4M - HTML, CSS, JS\2 - CSS\CSS praktiniai\09 CSS Grid\Task02\Task02Rezultatas1 (2).png"/>
          <p:cNvGrpSpPr/>
          <p:nvPr/>
        </p:nvGrpSpPr>
        <p:grpSpPr>
          <a:xfrm>
            <a:off x="5346785" y="3048001"/>
            <a:ext cx="3848100" cy="3213100"/>
            <a:chOff x="4010088" y="2286000"/>
            <a:chExt cx="2886075" cy="2409825"/>
          </a:xfrm>
        </p:grpSpPr>
        <p:pic>
          <p:nvPicPr>
            <p:cNvPr id="9" name="object 9" descr="E:\4M - HTML, CSS, JS\2 - CSS\CSS praktiniai\09 CSS Grid\Task02\Task02Rezultatas1 (2)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19550" y="2295525"/>
              <a:ext cx="2867025" cy="239077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014851" y="2290762"/>
              <a:ext cx="2876550" cy="2400300"/>
            </a:xfrm>
            <a:custGeom>
              <a:avLst/>
              <a:gdLst/>
              <a:ahLst/>
              <a:cxnLst/>
              <a:rect l="l" t="t" r="r" b="b"/>
              <a:pathLst>
                <a:path w="2876550" h="2400300">
                  <a:moveTo>
                    <a:pt x="0" y="2400300"/>
                  </a:moveTo>
                  <a:lnTo>
                    <a:pt x="2876550" y="2400300"/>
                  </a:lnTo>
                  <a:lnTo>
                    <a:pt x="2876550" y="0"/>
                  </a:lnTo>
                  <a:lnTo>
                    <a:pt x="0" y="0"/>
                  </a:lnTo>
                  <a:lnTo>
                    <a:pt x="0" y="2400300"/>
                  </a:lnTo>
                  <a:close/>
                </a:path>
              </a:pathLst>
            </a:custGeom>
            <a:ln w="9525">
              <a:solidFill>
                <a:srgbClr val="1CACE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912" y="476955"/>
            <a:ext cx="13238480" cy="925104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dirty="0" err="1"/>
              <a:t>Praktika</a:t>
            </a:r>
            <a:r>
              <a:rPr spc="-187" dirty="0"/>
              <a:t> </a:t>
            </a:r>
            <a:r>
              <a:rPr spc="-27" dirty="0"/>
              <a:t>(5)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46946" y="2179432"/>
            <a:ext cx="6561103" cy="1713674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474121" marR="6773" indent="-458035">
              <a:lnSpc>
                <a:spcPct val="102499"/>
              </a:lnSpc>
              <a:spcBef>
                <a:spcPts val="60"/>
              </a:spcBef>
              <a:buFont typeface="Arial"/>
              <a:buChar char="•"/>
              <a:tabLst>
                <a:tab pos="474121" algn="l"/>
              </a:tabLst>
            </a:pPr>
            <a:r>
              <a:rPr dirty="0"/>
              <a:t>Sukurti</a:t>
            </a:r>
            <a:r>
              <a:rPr spc="152" dirty="0"/>
              <a:t> </a:t>
            </a:r>
            <a:r>
              <a:rPr spc="-13" dirty="0"/>
              <a:t>tinklapio </a:t>
            </a:r>
            <a:r>
              <a:rPr dirty="0"/>
              <a:t>maketą,</a:t>
            </a:r>
            <a:r>
              <a:rPr spc="107" dirty="0"/>
              <a:t> </a:t>
            </a:r>
            <a:r>
              <a:rPr dirty="0"/>
              <a:t>naudojant</a:t>
            </a:r>
            <a:r>
              <a:rPr spc="227" dirty="0"/>
              <a:t> </a:t>
            </a:r>
            <a:r>
              <a:rPr spc="-33" dirty="0"/>
              <a:t>CSS </a:t>
            </a:r>
            <a:r>
              <a:rPr spc="-13" dirty="0"/>
              <a:t>GRID.</a:t>
            </a:r>
            <a:endParaRPr lang="lt-LT" spc="-13" dirty="0"/>
          </a:p>
          <a:p>
            <a:pPr marL="474121" marR="6773" indent="-458035">
              <a:lnSpc>
                <a:spcPct val="102499"/>
              </a:lnSpc>
              <a:spcBef>
                <a:spcPts val="60"/>
              </a:spcBef>
              <a:buFont typeface="Arial"/>
              <a:buChar char="•"/>
              <a:tabLst>
                <a:tab pos="474121" algn="l"/>
              </a:tabLst>
            </a:pPr>
            <a:r>
              <a:rPr lang="lt-LT" spc="-13" dirty="0"/>
              <a:t>Tema </a:t>
            </a:r>
            <a:r>
              <a:rPr lang="lt-LT" spc="-13" dirty="0" err="1"/>
              <a:t>paisirinkite</a:t>
            </a:r>
            <a:r>
              <a:rPr lang="lt-LT" spc="-13" dirty="0"/>
              <a:t> patys</a:t>
            </a:r>
            <a:endParaRPr spc="-13" dirty="0"/>
          </a:p>
        </p:txBody>
      </p:sp>
      <p:sp>
        <p:nvSpPr>
          <p:cNvPr id="4" name="object 4"/>
          <p:cNvSpPr txBox="1"/>
          <p:nvPr/>
        </p:nvSpPr>
        <p:spPr>
          <a:xfrm>
            <a:off x="11567668" y="4512649"/>
            <a:ext cx="2370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33" dirty="0">
                <a:solidFill>
                  <a:srgbClr val="878787"/>
                </a:solidFill>
                <a:latin typeface="Times New Roman"/>
                <a:cs typeface="Times New Roman"/>
              </a:rPr>
              <a:t>31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pic>
        <p:nvPicPr>
          <p:cNvPr id="5" name="object 5" descr="E:\4M - HTML, CSS, JS\2 - CSS\CSS praktiniai\09 CSS Grid\Task03\Praktine uzduotis 3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2201" y="736600"/>
            <a:ext cx="3162300" cy="54102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912" y="476955"/>
            <a:ext cx="13238480" cy="925104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dirty="0"/>
              <a:t>Praktika</a:t>
            </a:r>
            <a:r>
              <a:rPr spc="-152" dirty="0"/>
              <a:t> </a:t>
            </a:r>
            <a:r>
              <a:rPr dirty="0"/>
              <a:t>(*6)</a:t>
            </a:r>
            <a:r>
              <a:rPr spc="-7" dirty="0"/>
              <a:t> </a:t>
            </a:r>
            <a:r>
              <a:rPr dirty="0"/>
              <a:t>|</a:t>
            </a:r>
            <a:r>
              <a:rPr spc="-120" dirty="0"/>
              <a:t> </a:t>
            </a:r>
            <a:r>
              <a:rPr spc="-67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3168" y="1634574"/>
            <a:ext cx="5008033" cy="2867452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558786" marR="6773" indent="-542698" defTabSz="1219170">
              <a:lnSpc>
                <a:spcPct val="102499"/>
              </a:lnSpc>
              <a:spcBef>
                <a:spcPts val="60"/>
              </a:spcBef>
              <a:buFont typeface="Arial"/>
              <a:buChar char="•"/>
              <a:tabLst>
                <a:tab pos="558786" algn="l"/>
              </a:tabLst>
            </a:pPr>
            <a:r>
              <a:rPr sz="36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Sukurti</a:t>
            </a:r>
            <a:r>
              <a:rPr sz="3667" kern="0" spc="16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667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tinklapio </a:t>
            </a:r>
            <a:r>
              <a:rPr sz="36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maketą,</a:t>
            </a:r>
            <a:r>
              <a:rPr sz="3667" kern="0" spc="1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6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naudojant</a:t>
            </a:r>
            <a:r>
              <a:rPr sz="3667" kern="0" spc="24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667" kern="0" spc="-3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CSS </a:t>
            </a:r>
            <a:r>
              <a:rPr sz="3667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GRID.</a:t>
            </a:r>
            <a:endParaRPr sz="3667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558786" marR="364058" indent="-542698" defTabSz="1219170">
              <a:lnSpc>
                <a:spcPts val="4505"/>
              </a:lnSpc>
              <a:spcBef>
                <a:spcPts val="73"/>
              </a:spcBef>
              <a:buFont typeface="Arial"/>
              <a:buChar char="•"/>
              <a:tabLst>
                <a:tab pos="558786" algn="l"/>
              </a:tabLst>
            </a:pPr>
            <a:r>
              <a:rPr sz="36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***Pritaikyti</a:t>
            </a:r>
            <a:r>
              <a:rPr sz="3667" kern="0" spc="28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667" kern="0" spc="-13" dirty="0" err="1">
                <a:solidFill>
                  <a:sysClr val="windowText" lastClr="000000"/>
                </a:solidFill>
                <a:latin typeface="Times New Roman"/>
                <a:cs typeface="Times New Roman"/>
              </a:rPr>
              <a:t>keliems</a:t>
            </a:r>
            <a:r>
              <a:rPr sz="3667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667" kern="0" dirty="0" err="1">
                <a:solidFill>
                  <a:sysClr val="windowText" lastClr="000000"/>
                </a:solidFill>
                <a:latin typeface="Times New Roman"/>
                <a:cs typeface="Times New Roman"/>
              </a:rPr>
              <a:t>ekranams</a:t>
            </a:r>
            <a:r>
              <a:rPr lang="lt-LT" sz="36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.</a:t>
            </a:r>
            <a:endParaRPr sz="3667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39727" y="4420024"/>
            <a:ext cx="2370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33" dirty="0">
                <a:solidFill>
                  <a:srgbClr val="878787"/>
                </a:solidFill>
                <a:latin typeface="Times New Roman"/>
                <a:cs typeface="Times New Roman"/>
              </a:rPr>
              <a:t>32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pic>
        <p:nvPicPr>
          <p:cNvPr id="5" name="object 5" descr="E:\HTML pasiruosimas pamokoms\CSS pasiruosimas\CSS grid project\EXAMPLES\Grid project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5640" y="147320"/>
            <a:ext cx="3101340" cy="656336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912" y="476955"/>
            <a:ext cx="13238480" cy="925104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dirty="0"/>
              <a:t>Praktika</a:t>
            </a:r>
            <a:r>
              <a:rPr spc="-152" dirty="0"/>
              <a:t> </a:t>
            </a:r>
            <a:r>
              <a:rPr dirty="0"/>
              <a:t>(*6)</a:t>
            </a:r>
            <a:r>
              <a:rPr spc="-7" dirty="0"/>
              <a:t> </a:t>
            </a:r>
            <a:r>
              <a:rPr dirty="0"/>
              <a:t>|</a:t>
            </a:r>
            <a:r>
              <a:rPr spc="-120" dirty="0"/>
              <a:t> </a:t>
            </a:r>
            <a:r>
              <a:rPr spc="-67" dirty="0"/>
              <a:t>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987801" y="1600200"/>
            <a:ext cx="7099300" cy="4521200"/>
            <a:chOff x="2990850" y="1200150"/>
            <a:chExt cx="5324475" cy="3390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90850" y="1200150"/>
              <a:ext cx="4038600" cy="33909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24675" y="1200150"/>
              <a:ext cx="1390650" cy="33909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1567668" y="4512649"/>
            <a:ext cx="2370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33" dirty="0">
                <a:solidFill>
                  <a:srgbClr val="878787"/>
                </a:solidFill>
                <a:latin typeface="Times New Roman"/>
                <a:cs typeface="Times New Roman"/>
              </a:rPr>
              <a:t>33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9537" y="1814407"/>
            <a:ext cx="2678007" cy="227645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559631" marR="6773" indent="-542698" defTabSz="1219170">
              <a:lnSpc>
                <a:spcPct val="102499"/>
              </a:lnSpc>
              <a:spcBef>
                <a:spcPts val="60"/>
              </a:spcBef>
              <a:buFont typeface="Arial"/>
              <a:buChar char="•"/>
              <a:tabLst>
                <a:tab pos="559631" algn="l"/>
              </a:tabLst>
            </a:pPr>
            <a:r>
              <a:rPr sz="3667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Pritaikymo </a:t>
            </a:r>
            <a:r>
              <a:rPr sz="36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prie</a:t>
            </a:r>
            <a:r>
              <a:rPr sz="3667" kern="0" spc="5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667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kelių ekranų pavyzdys.</a:t>
            </a:r>
            <a:endParaRPr sz="3667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912" y="476955"/>
            <a:ext cx="13238480" cy="925104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dirty="0"/>
              <a:t>Praktika</a:t>
            </a:r>
            <a:r>
              <a:rPr spc="-187" dirty="0"/>
              <a:t> </a:t>
            </a:r>
            <a:r>
              <a:rPr spc="-27" dirty="0"/>
              <a:t>(*7)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209" y="1528064"/>
            <a:ext cx="3860800" cy="3064343"/>
          </a:xfrm>
          <a:prstGeom prst="rect">
            <a:avLst/>
          </a:prstGeom>
        </p:spPr>
        <p:txBody>
          <a:bodyPr vert="horz" wrap="square" lIns="0" tIns="115993" rIns="0" bIns="0" rtlCol="0">
            <a:spAutoFit/>
          </a:bodyPr>
          <a:lstStyle/>
          <a:p>
            <a:pPr marL="474121" indent="-457189" defTabSz="1219170">
              <a:spcBef>
                <a:spcPts val="913"/>
              </a:spcBef>
              <a:buFont typeface="Arial"/>
              <a:buChar char="•"/>
              <a:tabLst>
                <a:tab pos="474121" algn="l"/>
              </a:tabLst>
            </a:pPr>
            <a:r>
              <a:rPr sz="4267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Media</a:t>
            </a:r>
            <a:r>
              <a:rPr sz="4267" kern="0" spc="-6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4267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Queries:</a:t>
            </a:r>
            <a:endParaRPr sz="4267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474121" indent="-457189" defTabSz="1219170">
              <a:spcBef>
                <a:spcPts val="787"/>
              </a:spcBef>
              <a:buFont typeface="Arial"/>
              <a:buChar char="•"/>
              <a:tabLst>
                <a:tab pos="474121" algn="l"/>
              </a:tabLst>
            </a:pPr>
            <a:r>
              <a:rPr sz="4267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991.98px;</a:t>
            </a:r>
            <a:endParaRPr sz="4267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474121" indent="-457189" defTabSz="1219170">
              <a:spcBef>
                <a:spcPts val="893"/>
              </a:spcBef>
              <a:buFont typeface="Arial"/>
              <a:buChar char="•"/>
              <a:tabLst>
                <a:tab pos="474121" algn="l"/>
              </a:tabLst>
            </a:pPr>
            <a:r>
              <a:rPr sz="4267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767.98px;</a:t>
            </a:r>
            <a:endParaRPr sz="4267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474121" indent="-457189" defTabSz="1219170">
              <a:spcBef>
                <a:spcPts val="787"/>
              </a:spcBef>
              <a:buFont typeface="Arial"/>
              <a:buChar char="•"/>
              <a:tabLst>
                <a:tab pos="474121" algn="l"/>
              </a:tabLst>
            </a:pPr>
            <a:r>
              <a:rPr sz="4267" kern="0" spc="-1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575.98px</a:t>
            </a:r>
            <a:endParaRPr sz="4267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67668" y="4512649"/>
            <a:ext cx="2370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33" dirty="0">
                <a:solidFill>
                  <a:srgbClr val="878787"/>
                </a:solidFill>
                <a:latin typeface="Times New Roman"/>
                <a:cs typeface="Times New Roman"/>
              </a:rPr>
              <a:t>34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pic>
        <p:nvPicPr>
          <p:cNvPr id="5" name="object 5" descr="E:\HTML pasiruosimas pamokoms\CSS pasiruosimas\CSS grid project\EXAMPLES\Grid felx project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9601" y="406401"/>
            <a:ext cx="4025900" cy="58547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912" y="476955"/>
            <a:ext cx="13238480" cy="925104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dirty="0"/>
              <a:t>Papildomi</a:t>
            </a:r>
            <a:r>
              <a:rPr spc="-173" dirty="0"/>
              <a:t> </a:t>
            </a:r>
            <a:r>
              <a:rPr spc="-13" dirty="0"/>
              <a:t>šaltiniai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1103" y="1889759"/>
            <a:ext cx="9362440" cy="500137"/>
          </a:xfrm>
          <a:prstGeom prst="rect">
            <a:avLst/>
          </a:prstGeom>
          <a:solidFill>
            <a:srgbClr val="F8F8F8"/>
          </a:solidFill>
        </p:spPr>
        <p:txBody>
          <a:bodyPr vert="horz" wrap="square" lIns="0" tIns="0" rIns="0" bIns="0" rtlCol="0">
            <a:spAutoFit/>
          </a:bodyPr>
          <a:lstStyle/>
          <a:p>
            <a:pPr marL="847" defTabSz="1219170">
              <a:lnSpc>
                <a:spcPts val="3853"/>
              </a:lnSpc>
            </a:pPr>
            <a:r>
              <a:rPr sz="3600" u="sng" kern="0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2"/>
              </a:rPr>
              <a:t>Don't Wait</a:t>
            </a:r>
            <a:r>
              <a:rPr sz="3600" u="sng" kern="0" spc="7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3600" u="sng" kern="0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2"/>
              </a:rPr>
              <a:t>to Use</a:t>
            </a:r>
            <a:r>
              <a:rPr sz="3600" u="sng" kern="0" spc="13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3600" u="sng" kern="0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2"/>
              </a:rPr>
              <a:t>Subgrid for</a:t>
            </a:r>
            <a:r>
              <a:rPr sz="3600" u="sng" kern="0" spc="7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3600" u="sng" kern="0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2"/>
              </a:rPr>
              <a:t>Better Card</a:t>
            </a:r>
            <a:r>
              <a:rPr sz="3600" u="sng" kern="0" spc="7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3600" u="sng" kern="0" spc="-13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2"/>
              </a:rPr>
              <a:t>Layouts</a:t>
            </a:r>
            <a:endParaRPr sz="3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1633" y="1547877"/>
            <a:ext cx="8344747" cy="2498119"/>
          </a:xfrm>
          <a:prstGeom prst="rect">
            <a:avLst/>
          </a:prstGeom>
        </p:spPr>
        <p:txBody>
          <a:bodyPr vert="horz" wrap="square" lIns="0" tIns="281939" rIns="0" bIns="0" rtlCol="0">
            <a:spAutoFit/>
          </a:bodyPr>
          <a:lstStyle/>
          <a:p>
            <a:pPr marL="16933" defTabSz="1219170">
              <a:spcBef>
                <a:spcPts val="2219"/>
              </a:spcBef>
            </a:pPr>
            <a:r>
              <a:rPr sz="3600" kern="0" spc="-67" dirty="0">
                <a:solidFill>
                  <a:sysClr val="windowText" lastClr="000000"/>
                </a:solidFill>
                <a:latin typeface="Arial"/>
                <a:cs typeface="Arial"/>
                <a:hlinkClick r:id="rId2"/>
              </a:rPr>
              <a:t>•</a:t>
            </a:r>
            <a:endParaRPr sz="36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550320" indent="-533387" defTabSz="1219170">
              <a:spcBef>
                <a:spcPts val="2093"/>
              </a:spcBef>
              <a:buClr>
                <a:srgbClr val="000000"/>
              </a:buClr>
              <a:buFontTx/>
              <a:buChar char="•"/>
              <a:tabLst>
                <a:tab pos="550320" algn="l"/>
              </a:tabLst>
            </a:pPr>
            <a:r>
              <a:rPr sz="3600" u="sng" kern="0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3"/>
              </a:rPr>
              <a:t>Build</a:t>
            </a:r>
            <a:r>
              <a:rPr sz="3600" u="sng" kern="0" spc="-7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sz="3600" u="sng" kern="0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3"/>
              </a:rPr>
              <a:t>a Classic Layout FAST in CSS </a:t>
            </a:r>
            <a:r>
              <a:rPr sz="3600" u="sng" kern="0" spc="-27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3"/>
              </a:rPr>
              <a:t>Grid</a:t>
            </a:r>
            <a:endParaRPr sz="3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550320" indent="-533387" defTabSz="1219170">
              <a:spcBef>
                <a:spcPts val="2193"/>
              </a:spcBef>
              <a:buClr>
                <a:srgbClr val="000000"/>
              </a:buClr>
              <a:buFont typeface="Arial"/>
              <a:buChar char="•"/>
              <a:tabLst>
                <a:tab pos="550320" algn="l"/>
              </a:tabLst>
            </a:pPr>
            <a:r>
              <a:rPr sz="3600" u="sng" kern="0" spc="-13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Times New Roman"/>
                <a:cs typeface="Times New Roman"/>
                <a:hlinkClick r:id="rId4"/>
              </a:rPr>
              <a:t>https://cssgrid-generator.netlify.app/</a:t>
            </a:r>
            <a:endParaRPr sz="3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39727" y="4420024"/>
            <a:ext cx="2370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600" kern="0" spc="-33" dirty="0">
                <a:solidFill>
                  <a:srgbClr val="878787"/>
                </a:solidFill>
                <a:latin typeface="Times New Roman"/>
                <a:cs typeface="Times New Roman"/>
              </a:rPr>
              <a:t>35</a:t>
            </a:r>
            <a:endParaRPr sz="1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CHIN">
      <a:dk1>
        <a:srgbClr val="114954"/>
      </a:dk1>
      <a:lt1>
        <a:srgbClr val="E9F4E9"/>
      </a:lt1>
      <a:dk2>
        <a:srgbClr val="2BD47A"/>
      </a:dk2>
      <a:lt2>
        <a:srgbClr val="FFFFFF"/>
      </a:lt2>
      <a:accent1>
        <a:srgbClr val="1191AB"/>
      </a:accent1>
      <a:accent2>
        <a:srgbClr val="992E5B"/>
      </a:accent2>
      <a:accent3>
        <a:srgbClr val="114954"/>
      </a:accent3>
      <a:accent4>
        <a:srgbClr val="544D08"/>
      </a:accent4>
      <a:accent5>
        <a:srgbClr val="A19318"/>
      </a:accent5>
      <a:accent6>
        <a:srgbClr val="70AD47"/>
      </a:accent6>
      <a:hlink>
        <a:srgbClr val="0563C1"/>
      </a:hlink>
      <a:folHlink>
        <a:srgbClr val="954F72"/>
      </a:folHlink>
    </a:clrScheme>
    <a:fontScheme name="Techin">
      <a:majorFont>
        <a:latin typeface="Eina01-Bol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in2.potx" id="{44087C4E-7629-4EC5-A301-ED3885F21C4F}" vid="{0EE13EBA-1109-4677-9C24-D64AF7D603F8}"/>
    </a:ext>
  </a:extLst>
</a:theme>
</file>

<file path=ppt/theme/theme2.xml><?xml version="1.0" encoding="utf-8"?>
<a:theme xmlns:a="http://schemas.openxmlformats.org/drawingml/2006/main" name="Custom Design">
  <a:themeElements>
    <a:clrScheme name="TECHIN">
      <a:dk1>
        <a:srgbClr val="114954"/>
      </a:dk1>
      <a:lt1>
        <a:srgbClr val="E9F4E9"/>
      </a:lt1>
      <a:dk2>
        <a:srgbClr val="2BD47A"/>
      </a:dk2>
      <a:lt2>
        <a:srgbClr val="FFFFFF"/>
      </a:lt2>
      <a:accent1>
        <a:srgbClr val="1191AB"/>
      </a:accent1>
      <a:accent2>
        <a:srgbClr val="992E5B"/>
      </a:accent2>
      <a:accent3>
        <a:srgbClr val="114954"/>
      </a:accent3>
      <a:accent4>
        <a:srgbClr val="544D08"/>
      </a:accent4>
      <a:accent5>
        <a:srgbClr val="A19318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in2.potx" id="{44087C4E-7629-4EC5-A301-ED3885F21C4F}" vid="{EBF1B094-9CFE-4F6E-AD12-13B8DA7CED0D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in2.potx" id="{44087C4E-7629-4EC5-A301-ED3885F21C4F}" vid="{7B35D9D1-B4D0-468E-8801-F40446D0DBC6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in2.potx" id="{44087C4E-7629-4EC5-A301-ED3885F21C4F}" vid="{050DDD0E-016C-484C-8A44-5CB69D156F39}"/>
    </a:ext>
  </a:extLst>
</a:theme>
</file>

<file path=ppt/theme/theme5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as" ma:contentTypeID="0x010100041C45CE96969E468C54AEECB68FC781" ma:contentTypeVersion="10" ma:contentTypeDescription="Kurkite naują dokumentą." ma:contentTypeScope="" ma:versionID="689eee3ffd9f668f60eddf8715396a54">
  <xsd:schema xmlns:xsd="http://www.w3.org/2001/XMLSchema" xmlns:xs="http://www.w3.org/2001/XMLSchema" xmlns:p="http://schemas.microsoft.com/office/2006/metadata/properties" xmlns:ns2="40b08f29-a66e-4ecd-b378-f231cd2098eb" xmlns:ns3="31a2fadb-1236-402f-8f77-aeb5881a5652" targetNamespace="http://schemas.microsoft.com/office/2006/metadata/properties" ma:root="true" ma:fieldsID="d9bb128a4cd8bde3b2df4604d53d5145" ns2:_="" ns3:_="">
    <xsd:import namespace="40b08f29-a66e-4ecd-b378-f231cd2098eb"/>
    <xsd:import namespace="31a2fadb-1236-402f-8f77-aeb5881a56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b08f29-a66e-4ecd-b378-f231cd2098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Vaizdų žymės" ma:readOnly="false" ma:fieldId="{5cf76f15-5ced-4ddc-b409-7134ff3c332f}" ma:taxonomyMulti="true" ma:sspId="f4689146-92e5-41f6-a90d-6fb02d1cb7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a2fadb-1236-402f-8f77-aeb5881a565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ac3e6c1-40cd-471e-92c8-d4486d1a506d}" ma:internalName="TaxCatchAll" ma:showField="CatchAllData" ma:web="31a2fadb-1236-402f-8f77-aeb5881a565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urinio tipas"/>
        <xsd:element ref="dc:title" minOccurs="0" maxOccurs="1" ma:index="4" ma:displayName="Antraštė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0b08f29-a66e-4ecd-b378-f231cd2098eb">
      <Terms xmlns="http://schemas.microsoft.com/office/infopath/2007/PartnerControls"/>
    </lcf76f155ced4ddcb4097134ff3c332f>
    <TaxCatchAll xmlns="31a2fadb-1236-402f-8f77-aeb5881a5652" xsi:nil="true"/>
  </documentManagement>
</p:properties>
</file>

<file path=customXml/itemProps1.xml><?xml version="1.0" encoding="utf-8"?>
<ds:datastoreItem xmlns:ds="http://schemas.openxmlformats.org/officeDocument/2006/customXml" ds:itemID="{502BCFB8-66D3-43F7-AE10-BD7E24DD404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7415823-4B2F-43DF-B784-970BD72B9676}"/>
</file>

<file path=customXml/itemProps3.xml><?xml version="1.0" encoding="utf-8"?>
<ds:datastoreItem xmlns:ds="http://schemas.openxmlformats.org/officeDocument/2006/customXml" ds:itemID="{B9166801-7807-45EB-B60A-3663FC59504B}">
  <ds:schemaRefs>
    <ds:schemaRef ds:uri="http://schemas.microsoft.com/office/2006/metadata/properties"/>
    <ds:schemaRef ds:uri="http://schemas.microsoft.com/office/infopath/2007/PartnerControls"/>
    <ds:schemaRef ds:uri="d470040a-5f90-4904-b877-e4d055887ac7"/>
    <ds:schemaRef ds:uri="c87642f5-031a-4851-86ac-9717f2c1f41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TechinŠablonas</Template>
  <TotalTime>503</TotalTime>
  <Words>1314</Words>
  <Application>Microsoft Office PowerPoint</Application>
  <PresentationFormat>Widescreen</PresentationFormat>
  <Paragraphs>253</Paragraphs>
  <Slides>41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41</vt:i4>
      </vt:variant>
    </vt:vector>
  </HeadingPairs>
  <TitlesOfParts>
    <vt:vector size="53" baseType="lpstr">
      <vt:lpstr>Arial</vt:lpstr>
      <vt:lpstr>Calibri</vt:lpstr>
      <vt:lpstr>Consolas</vt:lpstr>
      <vt:lpstr>Eina01-Regular</vt:lpstr>
      <vt:lpstr>Times New Roman</vt:lpstr>
      <vt:lpstr>Wingdings</vt:lpstr>
      <vt:lpstr>Wingdings 2</vt:lpstr>
      <vt:lpstr>Office Theme</vt:lpstr>
      <vt:lpstr>Custom Design</vt:lpstr>
      <vt:lpstr>1_Custom Design</vt:lpstr>
      <vt:lpstr>2_Custom Design</vt:lpstr>
      <vt:lpstr>1_Office Theme</vt:lpstr>
      <vt:lpstr>PowerPoint Presentation</vt:lpstr>
      <vt:lpstr>08. CSS GRID Edgaras Laptevas</vt:lpstr>
      <vt:lpstr>08. CSS. Turinys</vt:lpstr>
      <vt:lpstr>HTML Elementų grupavimas</vt:lpstr>
      <vt:lpstr>CSS Grid Layout</vt:lpstr>
      <vt:lpstr>3 stulpelių išdėstymo sistema (Three Column Grid)</vt:lpstr>
      <vt:lpstr>4 stulpelių išdėstymo sistema (Four Column Grid)</vt:lpstr>
      <vt:lpstr>12 stulpelių išdėstymo sistema (Twelve Column Grid)</vt:lpstr>
      <vt:lpstr>Twelve Co12 stulpelių išdėstymo sistema (Twelve Column Grid)</vt:lpstr>
      <vt:lpstr>Twelve Co12 stulpelių išdėstymo sistema (Twelve Column Grid)</vt:lpstr>
      <vt:lpstr>Grid Terminologija</vt:lpstr>
      <vt:lpstr>dipslay: grid</vt:lpstr>
      <vt:lpstr>„CSS Grid“ numatytosios reikšmės</vt:lpstr>
      <vt:lpstr>Pagrindines grid savybes</vt:lpstr>
      <vt:lpstr>grid-template-columns | 1</vt:lpstr>
      <vt:lpstr>grid-template-columns | 2</vt:lpstr>
      <vt:lpstr>grid-template-columns | 3</vt:lpstr>
      <vt:lpstr>grid-template-columns | 4</vt:lpstr>
      <vt:lpstr>grid-template-rows | 1</vt:lpstr>
      <vt:lpstr>grid-template-rows | 2</vt:lpstr>
      <vt:lpstr>grid-auto-rows | 1</vt:lpstr>
      <vt:lpstr>grid-auto-rows | 2</vt:lpstr>
      <vt:lpstr>grid-auto-rows | 3</vt:lpstr>
      <vt:lpstr>grid-auto-rows | 4</vt:lpstr>
      <vt:lpstr>Gutter | 1</vt:lpstr>
      <vt:lpstr>Gutter | 2</vt:lpstr>
      <vt:lpstr>Kiti parametrai</vt:lpstr>
      <vt:lpstr>Kiek reikėtu stulpelių ir kiek eilučių šiai užduočiai atlikti?</vt:lpstr>
      <vt:lpstr>autofit, autofill Vaizdo medžiaga</vt:lpstr>
      <vt:lpstr>autofit, autofill Vaizdo medžiaga</vt:lpstr>
      <vt:lpstr>Pavyzdžiai</vt:lpstr>
      <vt:lpstr>Pavyzdžiai | 2</vt:lpstr>
      <vt:lpstr>Praktika (1)</vt:lpstr>
      <vt:lpstr>Praktika (2) HTML nekeičiamas</vt:lpstr>
      <vt:lpstr>Praktika (3)</vt:lpstr>
      <vt:lpstr>Praktika (4)</vt:lpstr>
      <vt:lpstr>Praktika (5)</vt:lpstr>
      <vt:lpstr>Praktika (*6) | 1</vt:lpstr>
      <vt:lpstr>Praktika (*6) | 2</vt:lpstr>
      <vt:lpstr>Praktika (*7)</vt:lpstr>
      <vt:lpstr>Papildomi šaltiniai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Edgaras Laptevas</dc:creator>
  <cp:lastModifiedBy>Edgaras Laptevas</cp:lastModifiedBy>
  <cp:revision>12</cp:revision>
  <dcterms:created xsi:type="dcterms:W3CDTF">2026-10-28T06:59:13Z</dcterms:created>
  <dcterms:modified xsi:type="dcterms:W3CDTF">2026-10-28T15:22:34Z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0x010100041C45CE96969E468C54AEECB68FC781</vt:lpwstr>
  </property>
  <property fmtid="{D5CDD505-2E9C-101B-9397-08002B2CF9AE}" pid="3" name="MediaServiceImageTags">
    <vt:lpwstr/>
  </property>
</Properties>
</file>